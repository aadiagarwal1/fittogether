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2.jpg" ContentType="image/jp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6"/>
  </p:notesMasterIdLst>
  <p:sldIdLst>
    <p:sldId id="271" r:id="rId2"/>
    <p:sldId id="256" r:id="rId3"/>
    <p:sldId id="257" r:id="rId4"/>
    <p:sldId id="258" r:id="rId5"/>
    <p:sldId id="266" r:id="rId6"/>
    <p:sldId id="259" r:id="rId7"/>
    <p:sldId id="267" r:id="rId8"/>
    <p:sldId id="260" r:id="rId9"/>
    <p:sldId id="261" r:id="rId10"/>
    <p:sldId id="262" r:id="rId11"/>
    <p:sldId id="269" r:id="rId12"/>
    <p:sldId id="270" r:id="rId13"/>
    <p:sldId id="265" r:id="rId14"/>
    <p:sldId id="263" r:id="rId15"/>
  </p:sldIdLst>
  <p:sldSz cx="18300700" cy="10299700"/>
  <p:notesSz cx="18300700" cy="10299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88"/>
  </p:normalViewPr>
  <p:slideViewPr>
    <p:cSldViewPr>
      <p:cViewPr varScale="1">
        <p:scale>
          <a:sx n="77" d="100"/>
          <a:sy n="77" d="100"/>
        </p:scale>
        <p:origin x="544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9563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66375" y="0"/>
            <a:ext cx="7929563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ACFE4-FA4B-4841-9C8D-F214F95A28E2}" type="datetimeFigureOut">
              <a:rPr lang="en-IN" smtClean="0"/>
              <a:t>11/08/24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61075" y="1287463"/>
            <a:ext cx="6178550" cy="3476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30388" y="4956175"/>
            <a:ext cx="14639925" cy="4056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83763"/>
            <a:ext cx="7929563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66375" y="9783763"/>
            <a:ext cx="7929563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14014-0BAB-4FDA-AE5D-F3C14C314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44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14014-0BAB-4FDA-AE5D-F3C14C3148D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490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14014-0BAB-4FDA-AE5D-F3C14C3148D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155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14014-0BAB-4FDA-AE5D-F3C14C3148D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713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3636" y="2174382"/>
            <a:ext cx="13247680" cy="5000537"/>
          </a:xfrm>
        </p:spPr>
        <p:txBody>
          <a:bodyPr anchor="b"/>
          <a:lstStyle>
            <a:lvl1pPr>
              <a:defRPr sz="108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3636" y="7174917"/>
            <a:ext cx="13247680" cy="129372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6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2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8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5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3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7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3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900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7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151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38" y="4297900"/>
            <a:ext cx="13247679" cy="2877018"/>
          </a:xfrm>
        </p:spPr>
        <p:txBody>
          <a:bodyPr anchor="b"/>
          <a:lstStyle>
            <a:lvl1pPr algn="l">
              <a:defRPr sz="6004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3636" y="7174919"/>
            <a:ext cx="13247680" cy="1292193"/>
          </a:xfrm>
        </p:spPr>
        <p:txBody>
          <a:bodyPr anchor="t"/>
          <a:lstStyle>
            <a:lvl1pPr marL="0" indent="0" algn="l">
              <a:buNone/>
              <a:defRPr sz="3002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6257" indent="0">
              <a:buNone/>
              <a:defRPr sz="2702">
                <a:solidFill>
                  <a:schemeClr val="tx1">
                    <a:tint val="75000"/>
                  </a:schemeClr>
                </a:solidFill>
              </a:defRPr>
            </a:lvl2pPr>
            <a:lvl3pPr marL="1372514" indent="0">
              <a:buNone/>
              <a:defRPr sz="2402">
                <a:solidFill>
                  <a:schemeClr val="tx1">
                    <a:tint val="75000"/>
                  </a:schemeClr>
                </a:solidFill>
              </a:defRPr>
            </a:lvl3pPr>
            <a:lvl4pPr marL="2058772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4pPr>
            <a:lvl5pPr marL="2745029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5pPr>
            <a:lvl6pPr marL="3431286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6pPr>
            <a:lvl7pPr marL="4117543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7pPr>
            <a:lvl8pPr marL="4803800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8pPr>
            <a:lvl9pPr marL="5490058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5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6118" y="3094679"/>
            <a:ext cx="6599088" cy="6301414"/>
          </a:xfrm>
        </p:spPr>
        <p:txBody>
          <a:bodyPr>
            <a:normAutofit/>
          </a:bodyPr>
          <a:lstStyle>
            <a:lvl1pPr>
              <a:defRPr sz="2702"/>
            </a:lvl1pPr>
            <a:lvl2pPr>
              <a:defRPr sz="2402"/>
            </a:lvl2pPr>
            <a:lvl3pPr>
              <a:defRPr sz="2101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87630" y="3087946"/>
            <a:ext cx="6599091" cy="6308146"/>
          </a:xfrm>
        </p:spPr>
        <p:txBody>
          <a:bodyPr>
            <a:normAutofit/>
          </a:bodyPr>
          <a:lstStyle>
            <a:lvl1pPr>
              <a:defRPr sz="2702"/>
            </a:lvl1pPr>
            <a:lvl2pPr>
              <a:defRPr sz="2402"/>
            </a:lvl2pPr>
            <a:lvl3pPr>
              <a:defRPr sz="2101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063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6119" y="2861028"/>
            <a:ext cx="6599087" cy="865460"/>
          </a:xfrm>
        </p:spPr>
        <p:txBody>
          <a:bodyPr anchor="b">
            <a:noAutofit/>
          </a:bodyPr>
          <a:lstStyle>
            <a:lvl1pPr marL="0" indent="0">
              <a:buNone/>
              <a:defRPr sz="3602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6257" indent="0">
              <a:buNone/>
              <a:defRPr sz="3002" b="1"/>
            </a:lvl2pPr>
            <a:lvl3pPr marL="1372514" indent="0">
              <a:buNone/>
              <a:defRPr sz="2702" b="1"/>
            </a:lvl3pPr>
            <a:lvl4pPr marL="2058772" indent="0">
              <a:buNone/>
              <a:defRPr sz="2402" b="1"/>
            </a:lvl4pPr>
            <a:lvl5pPr marL="2745029" indent="0">
              <a:buNone/>
              <a:defRPr sz="2402" b="1"/>
            </a:lvl5pPr>
            <a:lvl6pPr marL="3431286" indent="0">
              <a:buNone/>
              <a:defRPr sz="2402" b="1"/>
            </a:lvl6pPr>
            <a:lvl7pPr marL="4117543" indent="0">
              <a:buNone/>
              <a:defRPr sz="2402" b="1"/>
            </a:lvl7pPr>
            <a:lvl8pPr marL="4803800" indent="0">
              <a:buNone/>
              <a:defRPr sz="2402" b="1"/>
            </a:lvl8pPr>
            <a:lvl9pPr marL="5490058" indent="0">
              <a:buNone/>
              <a:defRPr sz="24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6118" y="3776557"/>
            <a:ext cx="6599088" cy="5619536"/>
          </a:xfrm>
        </p:spPr>
        <p:txBody>
          <a:bodyPr>
            <a:normAutofit/>
          </a:bodyPr>
          <a:lstStyle>
            <a:lvl1pPr>
              <a:defRPr sz="2702"/>
            </a:lvl1pPr>
            <a:lvl2pPr>
              <a:defRPr sz="2402"/>
            </a:lvl2pPr>
            <a:lvl3pPr>
              <a:defRPr sz="2101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487633" y="2861028"/>
            <a:ext cx="6599088" cy="865460"/>
          </a:xfrm>
        </p:spPr>
        <p:txBody>
          <a:bodyPr anchor="b">
            <a:noAutofit/>
          </a:bodyPr>
          <a:lstStyle>
            <a:lvl1pPr marL="0" indent="0">
              <a:buNone/>
              <a:defRPr sz="3602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6257" indent="0">
              <a:buNone/>
              <a:defRPr sz="3002" b="1"/>
            </a:lvl2pPr>
            <a:lvl3pPr marL="1372514" indent="0">
              <a:buNone/>
              <a:defRPr sz="2702" b="1"/>
            </a:lvl3pPr>
            <a:lvl4pPr marL="2058772" indent="0">
              <a:buNone/>
              <a:defRPr sz="2402" b="1"/>
            </a:lvl4pPr>
            <a:lvl5pPr marL="2745029" indent="0">
              <a:buNone/>
              <a:defRPr sz="2402" b="1"/>
            </a:lvl5pPr>
            <a:lvl6pPr marL="3431286" indent="0">
              <a:buNone/>
              <a:defRPr sz="2402" b="1"/>
            </a:lvl6pPr>
            <a:lvl7pPr marL="4117543" indent="0">
              <a:buNone/>
              <a:defRPr sz="2402" b="1"/>
            </a:lvl7pPr>
            <a:lvl8pPr marL="4803800" indent="0">
              <a:buNone/>
              <a:defRPr sz="2402" b="1"/>
            </a:lvl8pPr>
            <a:lvl9pPr marL="5490058" indent="0">
              <a:buNone/>
              <a:defRPr sz="24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87633" y="3776557"/>
            <a:ext cx="6599088" cy="5619536"/>
          </a:xfrm>
        </p:spPr>
        <p:txBody>
          <a:bodyPr>
            <a:normAutofit/>
          </a:bodyPr>
          <a:lstStyle>
            <a:lvl1pPr>
              <a:defRPr sz="2702"/>
            </a:lvl1pPr>
            <a:lvl2pPr>
              <a:defRPr sz="2402"/>
            </a:lvl2pPr>
            <a:lvl3pPr>
              <a:defRPr sz="2101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16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11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61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32" y="2174381"/>
            <a:ext cx="5105139" cy="2174381"/>
          </a:xfrm>
        </p:spPr>
        <p:txBody>
          <a:bodyPr anchor="b"/>
          <a:lstStyle>
            <a:lvl1pPr algn="l">
              <a:defRPr sz="360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1909" y="2174381"/>
            <a:ext cx="7799408" cy="6866467"/>
          </a:xfrm>
        </p:spPr>
        <p:txBody>
          <a:bodyPr anchor="ctr">
            <a:normAutofit/>
          </a:bodyPr>
          <a:lstStyle>
            <a:lvl1pPr>
              <a:defRPr sz="3002"/>
            </a:lvl1pPr>
            <a:lvl2pPr>
              <a:defRPr sz="2702"/>
            </a:lvl2pPr>
            <a:lvl3pPr>
              <a:defRPr sz="2402"/>
            </a:lvl3pPr>
            <a:lvl4pPr>
              <a:defRPr sz="2101"/>
            </a:lvl4pPr>
            <a:lvl5pPr>
              <a:defRPr sz="2101"/>
            </a:lvl5pPr>
            <a:lvl6pPr>
              <a:defRPr sz="2101"/>
            </a:lvl6pPr>
            <a:lvl7pPr>
              <a:defRPr sz="2101"/>
            </a:lvl7pPr>
            <a:lvl8pPr>
              <a:defRPr sz="2101"/>
            </a:lvl8pPr>
            <a:lvl9pPr>
              <a:defRPr sz="21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33" y="4699716"/>
            <a:ext cx="5105137" cy="4348761"/>
          </a:xfrm>
        </p:spPr>
        <p:txBody>
          <a:bodyPr/>
          <a:lstStyle>
            <a:lvl1pPr marL="0" indent="0">
              <a:buNone/>
              <a:defRPr sz="2101"/>
            </a:lvl1pPr>
            <a:lvl2pPr marL="686257" indent="0">
              <a:buNone/>
              <a:defRPr sz="1801"/>
            </a:lvl2pPr>
            <a:lvl3pPr marL="1372514" indent="0">
              <a:buNone/>
              <a:defRPr sz="1501"/>
            </a:lvl3pPr>
            <a:lvl4pPr marL="2058772" indent="0">
              <a:buNone/>
              <a:defRPr sz="1351"/>
            </a:lvl4pPr>
            <a:lvl5pPr marL="2745029" indent="0">
              <a:buNone/>
              <a:defRPr sz="1351"/>
            </a:lvl5pPr>
            <a:lvl6pPr marL="3431286" indent="0">
              <a:buNone/>
              <a:defRPr sz="1351"/>
            </a:lvl6pPr>
            <a:lvl7pPr marL="4117543" indent="0">
              <a:buNone/>
              <a:defRPr sz="1351"/>
            </a:lvl7pPr>
            <a:lvl8pPr marL="4803800" indent="0">
              <a:buNone/>
              <a:defRPr sz="1351"/>
            </a:lvl8pPr>
            <a:lvl9pPr marL="5490058" indent="0">
              <a:buNone/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38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063" y="2784722"/>
            <a:ext cx="7644664" cy="2365128"/>
          </a:xfrm>
        </p:spPr>
        <p:txBody>
          <a:bodyPr anchor="b">
            <a:normAutofit/>
          </a:bodyPr>
          <a:lstStyle>
            <a:lvl1pPr algn="l">
              <a:defRPr sz="5404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31558" y="1716617"/>
            <a:ext cx="4803934" cy="68664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2"/>
            </a:lvl1pPr>
            <a:lvl2pPr marL="686257" indent="0">
              <a:buNone/>
              <a:defRPr sz="2402"/>
            </a:lvl2pPr>
            <a:lvl3pPr marL="1372514" indent="0">
              <a:buNone/>
              <a:defRPr sz="2402"/>
            </a:lvl3pPr>
            <a:lvl4pPr marL="2058772" indent="0">
              <a:buNone/>
              <a:defRPr sz="2402"/>
            </a:lvl4pPr>
            <a:lvl5pPr marL="2745029" indent="0">
              <a:buNone/>
              <a:defRPr sz="2402"/>
            </a:lvl5pPr>
            <a:lvl6pPr marL="3431286" indent="0">
              <a:buNone/>
              <a:defRPr sz="2402"/>
            </a:lvl6pPr>
            <a:lvl7pPr marL="4117543" indent="0">
              <a:buNone/>
              <a:defRPr sz="2402"/>
            </a:lvl7pPr>
            <a:lvl8pPr marL="4803800" indent="0">
              <a:buNone/>
              <a:defRPr sz="2402"/>
            </a:lvl8pPr>
            <a:lvl9pPr marL="5490058" indent="0">
              <a:buNone/>
              <a:defRPr sz="24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35" y="5493173"/>
            <a:ext cx="7632765" cy="2059940"/>
          </a:xfrm>
        </p:spPr>
        <p:txBody>
          <a:bodyPr>
            <a:normAutofit/>
          </a:bodyPr>
          <a:lstStyle>
            <a:lvl1pPr marL="0" indent="0">
              <a:buNone/>
              <a:defRPr sz="2101"/>
            </a:lvl1pPr>
            <a:lvl2pPr marL="686257" indent="0">
              <a:buNone/>
              <a:defRPr sz="1801"/>
            </a:lvl2pPr>
            <a:lvl3pPr marL="1372514" indent="0">
              <a:buNone/>
              <a:defRPr sz="1501"/>
            </a:lvl3pPr>
            <a:lvl4pPr marL="2058772" indent="0">
              <a:buNone/>
              <a:defRPr sz="1351"/>
            </a:lvl4pPr>
            <a:lvl5pPr marL="2745029" indent="0">
              <a:buNone/>
              <a:defRPr sz="1351"/>
            </a:lvl5pPr>
            <a:lvl6pPr marL="3431286" indent="0">
              <a:buNone/>
              <a:defRPr sz="1351"/>
            </a:lvl6pPr>
            <a:lvl7pPr marL="4117543" indent="0">
              <a:buNone/>
              <a:defRPr sz="1351"/>
            </a:lvl7pPr>
            <a:lvl8pPr marL="4803800" indent="0">
              <a:buNone/>
              <a:defRPr sz="1351"/>
            </a:lvl8pPr>
            <a:lvl9pPr marL="5490058" indent="0">
              <a:buNone/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227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38" y="7209770"/>
            <a:ext cx="13247679" cy="851157"/>
          </a:xfrm>
        </p:spPr>
        <p:txBody>
          <a:bodyPr anchor="b">
            <a:normAutofit/>
          </a:bodyPr>
          <a:lstStyle>
            <a:lvl1pPr algn="l">
              <a:defRPr sz="360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3636" y="1029970"/>
            <a:ext cx="13247680" cy="546774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2"/>
            </a:lvl1pPr>
            <a:lvl2pPr marL="686257" indent="0">
              <a:buNone/>
              <a:defRPr sz="2402"/>
            </a:lvl2pPr>
            <a:lvl3pPr marL="1372514" indent="0">
              <a:buNone/>
              <a:defRPr sz="2402"/>
            </a:lvl3pPr>
            <a:lvl4pPr marL="2058772" indent="0">
              <a:buNone/>
              <a:defRPr sz="2402"/>
            </a:lvl4pPr>
            <a:lvl5pPr marL="2745029" indent="0">
              <a:buNone/>
              <a:defRPr sz="2402"/>
            </a:lvl5pPr>
            <a:lvl6pPr marL="3431286" indent="0">
              <a:buNone/>
              <a:defRPr sz="2402"/>
            </a:lvl6pPr>
            <a:lvl7pPr marL="4117543" indent="0">
              <a:buNone/>
              <a:defRPr sz="2402"/>
            </a:lvl7pPr>
            <a:lvl8pPr marL="4803800" indent="0">
              <a:buNone/>
              <a:defRPr sz="2402"/>
            </a:lvl8pPr>
            <a:lvl9pPr marL="5490058" indent="0">
              <a:buNone/>
              <a:defRPr sz="24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37" y="8060927"/>
            <a:ext cx="13247677" cy="741482"/>
          </a:xfrm>
        </p:spPr>
        <p:txBody>
          <a:bodyPr>
            <a:normAutofit/>
          </a:bodyPr>
          <a:lstStyle>
            <a:lvl1pPr marL="0" indent="0">
              <a:buNone/>
              <a:defRPr sz="1801"/>
            </a:lvl1pPr>
            <a:lvl2pPr marL="686257" indent="0">
              <a:buNone/>
              <a:defRPr sz="1801"/>
            </a:lvl2pPr>
            <a:lvl3pPr marL="1372514" indent="0">
              <a:buNone/>
              <a:defRPr sz="1501"/>
            </a:lvl3pPr>
            <a:lvl4pPr marL="2058772" indent="0">
              <a:buNone/>
              <a:defRPr sz="1351"/>
            </a:lvl4pPr>
            <a:lvl5pPr marL="2745029" indent="0">
              <a:buNone/>
              <a:defRPr sz="1351"/>
            </a:lvl5pPr>
            <a:lvl6pPr marL="3431286" indent="0">
              <a:buNone/>
              <a:defRPr sz="1351"/>
            </a:lvl6pPr>
            <a:lvl7pPr marL="4117543" indent="0">
              <a:buNone/>
              <a:defRPr sz="1351"/>
            </a:lvl7pPr>
            <a:lvl8pPr marL="4803800" indent="0">
              <a:buNone/>
              <a:defRPr sz="1351"/>
            </a:lvl8pPr>
            <a:lvl9pPr marL="5490058" indent="0">
              <a:buNone/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416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35" y="2174381"/>
            <a:ext cx="13247682" cy="2975469"/>
          </a:xfrm>
        </p:spPr>
        <p:txBody>
          <a:bodyPr/>
          <a:lstStyle>
            <a:lvl1pPr>
              <a:defRPr sz="7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35" y="5493174"/>
            <a:ext cx="13247682" cy="3547674"/>
          </a:xfrm>
        </p:spPr>
        <p:txBody>
          <a:bodyPr anchor="ctr">
            <a:normAutofit/>
          </a:bodyPr>
          <a:lstStyle>
            <a:lvl1pPr marL="0" indent="0">
              <a:buNone/>
              <a:defRPr sz="2702"/>
            </a:lvl1pPr>
            <a:lvl2pPr marL="686257" indent="0">
              <a:buNone/>
              <a:defRPr sz="1801"/>
            </a:lvl2pPr>
            <a:lvl3pPr marL="1372514" indent="0">
              <a:buNone/>
              <a:defRPr sz="1501"/>
            </a:lvl3pPr>
            <a:lvl4pPr marL="2058772" indent="0">
              <a:buNone/>
              <a:defRPr sz="1351"/>
            </a:lvl4pPr>
            <a:lvl5pPr marL="2745029" indent="0">
              <a:buNone/>
              <a:defRPr sz="1351"/>
            </a:lvl5pPr>
            <a:lvl6pPr marL="3431286" indent="0">
              <a:buNone/>
              <a:defRPr sz="1351"/>
            </a:lvl6pPr>
            <a:lvl7pPr marL="4117543" indent="0">
              <a:buNone/>
              <a:defRPr sz="1351"/>
            </a:lvl7pPr>
            <a:lvl8pPr marL="4803800" indent="0">
              <a:buNone/>
              <a:defRPr sz="1351"/>
            </a:lvl8pPr>
            <a:lvl9pPr marL="5490058" indent="0">
              <a:buNone/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512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3843" y="2174381"/>
            <a:ext cx="12007305" cy="3489364"/>
          </a:xfrm>
        </p:spPr>
        <p:txBody>
          <a:bodyPr/>
          <a:lstStyle>
            <a:lvl1pPr>
              <a:defRPr sz="7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897612" y="5663744"/>
            <a:ext cx="10927056" cy="51389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101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6257" indent="0">
              <a:buNone/>
              <a:defRPr sz="1801"/>
            </a:lvl2pPr>
            <a:lvl3pPr marL="1372514" indent="0">
              <a:buNone/>
              <a:defRPr sz="1501"/>
            </a:lvl3pPr>
            <a:lvl4pPr marL="2058772" indent="0">
              <a:buNone/>
              <a:defRPr sz="1351"/>
            </a:lvl4pPr>
            <a:lvl5pPr marL="2745029" indent="0">
              <a:buNone/>
              <a:defRPr sz="1351"/>
            </a:lvl5pPr>
            <a:lvl6pPr marL="3431286" indent="0">
              <a:buNone/>
              <a:defRPr sz="1351"/>
            </a:lvl6pPr>
            <a:lvl7pPr marL="4117543" indent="0">
              <a:buNone/>
              <a:defRPr sz="1351"/>
            </a:lvl7pPr>
            <a:lvl8pPr marL="4803800" indent="0">
              <a:buNone/>
              <a:defRPr sz="1351"/>
            </a:lvl8pPr>
            <a:lvl9pPr marL="5490058" indent="0">
              <a:buNone/>
              <a:defRPr sz="135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35" y="6534042"/>
            <a:ext cx="13247682" cy="2517704"/>
          </a:xfrm>
        </p:spPr>
        <p:txBody>
          <a:bodyPr anchor="ctr">
            <a:normAutofit/>
          </a:bodyPr>
          <a:lstStyle>
            <a:lvl1pPr marL="0" indent="0">
              <a:buNone/>
              <a:defRPr sz="2702"/>
            </a:lvl1pPr>
            <a:lvl2pPr marL="686257" indent="0">
              <a:buNone/>
              <a:defRPr sz="1801"/>
            </a:lvl2pPr>
            <a:lvl3pPr marL="1372514" indent="0">
              <a:buNone/>
              <a:defRPr sz="1501"/>
            </a:lvl3pPr>
            <a:lvl4pPr marL="2058772" indent="0">
              <a:buNone/>
              <a:defRPr sz="1351"/>
            </a:lvl4pPr>
            <a:lvl5pPr marL="2745029" indent="0">
              <a:buNone/>
              <a:defRPr sz="1351"/>
            </a:lvl5pPr>
            <a:lvl6pPr marL="3431286" indent="0">
              <a:buNone/>
              <a:defRPr sz="1351"/>
            </a:lvl6pPr>
            <a:lvl7pPr marL="4117543" indent="0">
              <a:buNone/>
              <a:defRPr sz="1351"/>
            </a:lvl7pPr>
            <a:lvl8pPr marL="4803800" indent="0">
              <a:buNone/>
              <a:defRPr sz="1351"/>
            </a:lvl8pPr>
            <a:lvl9pPr marL="5490058" indent="0">
              <a:buNone/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348378" y="1458679"/>
            <a:ext cx="1203703" cy="2910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12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05454" y="3925522"/>
            <a:ext cx="1203703" cy="2910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1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9879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34" y="4692087"/>
            <a:ext cx="13247683" cy="2482831"/>
          </a:xfrm>
        </p:spPr>
        <p:txBody>
          <a:bodyPr anchor="b"/>
          <a:lstStyle>
            <a:lvl1pPr algn="l">
              <a:defRPr sz="6004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3635" y="7174919"/>
            <a:ext cx="13247682" cy="1292193"/>
          </a:xfrm>
        </p:spPr>
        <p:txBody>
          <a:bodyPr anchor="t"/>
          <a:lstStyle>
            <a:lvl1pPr marL="0" indent="0" algn="l">
              <a:buNone/>
              <a:defRPr sz="3002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6257" indent="0">
              <a:buNone/>
              <a:defRPr sz="2702">
                <a:solidFill>
                  <a:schemeClr val="tx1">
                    <a:tint val="75000"/>
                  </a:schemeClr>
                </a:solidFill>
              </a:defRPr>
            </a:lvl2pPr>
            <a:lvl3pPr marL="1372514" indent="0">
              <a:buNone/>
              <a:defRPr sz="2402">
                <a:solidFill>
                  <a:schemeClr val="tx1">
                    <a:tint val="75000"/>
                  </a:schemeClr>
                </a:solidFill>
              </a:defRPr>
            </a:lvl3pPr>
            <a:lvl4pPr marL="2058772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4pPr>
            <a:lvl5pPr marL="2745029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5pPr>
            <a:lvl6pPr marL="3431286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6pPr>
            <a:lvl7pPr marL="4117543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7pPr>
            <a:lvl8pPr marL="4803800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8pPr>
            <a:lvl9pPr marL="5490058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990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0080" y="2975469"/>
            <a:ext cx="4423369" cy="865460"/>
          </a:xfrm>
        </p:spPr>
        <p:txBody>
          <a:bodyPr anchor="b">
            <a:noAutofit/>
          </a:bodyPr>
          <a:lstStyle>
            <a:lvl1pPr marL="0" indent="0">
              <a:buNone/>
              <a:defRPr sz="3602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6257" indent="0">
              <a:buNone/>
              <a:defRPr sz="3002" b="1"/>
            </a:lvl2pPr>
            <a:lvl3pPr marL="1372514" indent="0">
              <a:buNone/>
              <a:defRPr sz="2702" b="1"/>
            </a:lvl3pPr>
            <a:lvl4pPr marL="2058772" indent="0">
              <a:buNone/>
              <a:defRPr sz="2402" b="1"/>
            </a:lvl4pPr>
            <a:lvl5pPr marL="2745029" indent="0">
              <a:buNone/>
              <a:defRPr sz="2402" b="1"/>
            </a:lvl5pPr>
            <a:lvl6pPr marL="3431286" indent="0">
              <a:buNone/>
              <a:defRPr sz="2402" b="1"/>
            </a:lvl6pPr>
            <a:lvl7pPr marL="4117543" indent="0">
              <a:buNone/>
              <a:defRPr sz="2402" b="1"/>
            </a:lvl7pPr>
            <a:lvl8pPr marL="4803800" indent="0">
              <a:buNone/>
              <a:defRPr sz="2402" b="1"/>
            </a:lvl8pPr>
            <a:lvl9pPr marL="5490058" indent="0">
              <a:buNone/>
              <a:defRPr sz="24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79374" y="4005439"/>
            <a:ext cx="4394074" cy="5390654"/>
          </a:xfrm>
        </p:spPr>
        <p:txBody>
          <a:bodyPr anchor="t">
            <a:normAutofit/>
          </a:bodyPr>
          <a:lstStyle>
            <a:lvl1pPr marL="0" indent="0">
              <a:buNone/>
              <a:defRPr sz="2101"/>
            </a:lvl1pPr>
            <a:lvl2pPr marL="686257" indent="0">
              <a:buNone/>
              <a:defRPr sz="1801"/>
            </a:lvl2pPr>
            <a:lvl3pPr marL="1372514" indent="0">
              <a:buNone/>
              <a:defRPr sz="1501"/>
            </a:lvl3pPr>
            <a:lvl4pPr marL="2058772" indent="0">
              <a:buNone/>
              <a:defRPr sz="1351"/>
            </a:lvl4pPr>
            <a:lvl5pPr marL="2745029" indent="0">
              <a:buNone/>
              <a:defRPr sz="1351"/>
            </a:lvl5pPr>
            <a:lvl6pPr marL="3431286" indent="0">
              <a:buNone/>
              <a:defRPr sz="1351"/>
            </a:lvl6pPr>
            <a:lvl7pPr marL="4117543" indent="0">
              <a:buNone/>
              <a:defRPr sz="1351"/>
            </a:lvl7pPr>
            <a:lvl8pPr marL="4803800" indent="0">
              <a:buNone/>
              <a:defRPr sz="1351"/>
            </a:lvl8pPr>
            <a:lvl9pPr marL="5490058" indent="0">
              <a:buNone/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9535" y="2975469"/>
            <a:ext cx="4407420" cy="865460"/>
          </a:xfrm>
        </p:spPr>
        <p:txBody>
          <a:bodyPr anchor="b">
            <a:noAutofit/>
          </a:bodyPr>
          <a:lstStyle>
            <a:lvl1pPr marL="0" indent="0">
              <a:buNone/>
              <a:defRPr sz="3602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6257" indent="0">
              <a:buNone/>
              <a:defRPr sz="3002" b="1"/>
            </a:lvl2pPr>
            <a:lvl3pPr marL="1372514" indent="0">
              <a:buNone/>
              <a:defRPr sz="2702" b="1"/>
            </a:lvl3pPr>
            <a:lvl4pPr marL="2058772" indent="0">
              <a:buNone/>
              <a:defRPr sz="2402" b="1"/>
            </a:lvl4pPr>
            <a:lvl5pPr marL="2745029" indent="0">
              <a:buNone/>
              <a:defRPr sz="2402" b="1"/>
            </a:lvl5pPr>
            <a:lvl6pPr marL="3431286" indent="0">
              <a:buNone/>
              <a:defRPr sz="2402" b="1"/>
            </a:lvl6pPr>
            <a:lvl7pPr marL="4117543" indent="0">
              <a:buNone/>
              <a:defRPr sz="2402" b="1"/>
            </a:lvl7pPr>
            <a:lvl8pPr marL="4803800" indent="0">
              <a:buNone/>
              <a:defRPr sz="2402" b="1"/>
            </a:lvl8pPr>
            <a:lvl9pPr marL="5490058" indent="0">
              <a:buNone/>
              <a:defRPr sz="24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813693" y="4005439"/>
            <a:ext cx="4423261" cy="5390654"/>
          </a:xfrm>
        </p:spPr>
        <p:txBody>
          <a:bodyPr anchor="t">
            <a:normAutofit/>
          </a:bodyPr>
          <a:lstStyle>
            <a:lvl1pPr marL="0" indent="0">
              <a:buNone/>
              <a:defRPr sz="2101"/>
            </a:lvl1pPr>
            <a:lvl2pPr marL="686257" indent="0">
              <a:buNone/>
              <a:defRPr sz="1801"/>
            </a:lvl2pPr>
            <a:lvl3pPr marL="1372514" indent="0">
              <a:buNone/>
              <a:defRPr sz="1501"/>
            </a:lvl3pPr>
            <a:lvl4pPr marL="2058772" indent="0">
              <a:buNone/>
              <a:defRPr sz="1351"/>
            </a:lvl4pPr>
            <a:lvl5pPr marL="2745029" indent="0">
              <a:buNone/>
              <a:defRPr sz="1351"/>
            </a:lvl5pPr>
            <a:lvl6pPr marL="3431286" indent="0">
              <a:buNone/>
              <a:defRPr sz="1351"/>
            </a:lvl6pPr>
            <a:lvl7pPr marL="4117543" indent="0">
              <a:buNone/>
              <a:defRPr sz="1351"/>
            </a:lvl7pPr>
            <a:lvl8pPr marL="4803800" indent="0">
              <a:buNone/>
              <a:defRPr sz="1351"/>
            </a:lvl8pPr>
            <a:lvl9pPr marL="5490058" indent="0">
              <a:buNone/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94472" y="2975469"/>
            <a:ext cx="4401224" cy="865460"/>
          </a:xfrm>
        </p:spPr>
        <p:txBody>
          <a:bodyPr anchor="b">
            <a:noAutofit/>
          </a:bodyPr>
          <a:lstStyle>
            <a:lvl1pPr marL="0" indent="0">
              <a:buNone/>
              <a:defRPr sz="3602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6257" indent="0">
              <a:buNone/>
              <a:defRPr sz="3002" b="1"/>
            </a:lvl2pPr>
            <a:lvl3pPr marL="1372514" indent="0">
              <a:buNone/>
              <a:defRPr sz="2702" b="1"/>
            </a:lvl3pPr>
            <a:lvl4pPr marL="2058772" indent="0">
              <a:buNone/>
              <a:defRPr sz="2402" b="1"/>
            </a:lvl4pPr>
            <a:lvl5pPr marL="2745029" indent="0">
              <a:buNone/>
              <a:defRPr sz="2402" b="1"/>
            </a:lvl5pPr>
            <a:lvl6pPr marL="3431286" indent="0">
              <a:buNone/>
              <a:defRPr sz="2402" b="1"/>
            </a:lvl6pPr>
            <a:lvl7pPr marL="4117543" indent="0">
              <a:buNone/>
              <a:defRPr sz="2402" b="1"/>
            </a:lvl7pPr>
            <a:lvl8pPr marL="4803800" indent="0">
              <a:buNone/>
              <a:defRPr sz="2402" b="1"/>
            </a:lvl8pPr>
            <a:lvl9pPr marL="5490058" indent="0">
              <a:buNone/>
              <a:defRPr sz="24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0694472" y="4005439"/>
            <a:ext cx="4401224" cy="5390654"/>
          </a:xfrm>
        </p:spPr>
        <p:txBody>
          <a:bodyPr anchor="t">
            <a:normAutofit/>
          </a:bodyPr>
          <a:lstStyle>
            <a:lvl1pPr marL="0" indent="0">
              <a:buNone/>
              <a:defRPr sz="2101"/>
            </a:lvl1pPr>
            <a:lvl2pPr marL="686257" indent="0">
              <a:buNone/>
              <a:defRPr sz="1801"/>
            </a:lvl2pPr>
            <a:lvl3pPr marL="1372514" indent="0">
              <a:buNone/>
              <a:defRPr sz="1501"/>
            </a:lvl3pPr>
            <a:lvl4pPr marL="2058772" indent="0">
              <a:buNone/>
              <a:defRPr sz="1351"/>
            </a:lvl4pPr>
            <a:lvl5pPr marL="2745029" indent="0">
              <a:buNone/>
              <a:defRPr sz="1351"/>
            </a:lvl5pPr>
            <a:lvl6pPr marL="3431286" indent="0">
              <a:buNone/>
              <a:defRPr sz="1351"/>
            </a:lvl6pPr>
            <a:lvl7pPr marL="4117543" indent="0">
              <a:buNone/>
              <a:defRPr sz="1351"/>
            </a:lvl7pPr>
            <a:lvl8pPr marL="4803800" indent="0">
              <a:buNone/>
              <a:defRPr sz="1351"/>
            </a:lvl8pPr>
            <a:lvl9pPr marL="5490058" indent="0">
              <a:buNone/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593094" y="3204351"/>
            <a:ext cx="0" cy="595093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450593" y="3204351"/>
            <a:ext cx="0" cy="5957669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900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9374" y="6384296"/>
            <a:ext cx="4413138" cy="865460"/>
          </a:xfrm>
        </p:spPr>
        <p:txBody>
          <a:bodyPr anchor="b">
            <a:noAutofit/>
          </a:bodyPr>
          <a:lstStyle>
            <a:lvl1pPr marL="0" indent="0">
              <a:buNone/>
              <a:defRPr sz="3602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6257" indent="0">
              <a:buNone/>
              <a:defRPr sz="3002" b="1"/>
            </a:lvl2pPr>
            <a:lvl3pPr marL="1372514" indent="0">
              <a:buNone/>
              <a:defRPr sz="2702" b="1"/>
            </a:lvl3pPr>
            <a:lvl4pPr marL="2058772" indent="0">
              <a:buNone/>
              <a:defRPr sz="2402" b="1"/>
            </a:lvl4pPr>
            <a:lvl5pPr marL="2745029" indent="0">
              <a:buNone/>
              <a:defRPr sz="2402" b="1"/>
            </a:lvl5pPr>
            <a:lvl6pPr marL="3431286" indent="0">
              <a:buNone/>
              <a:defRPr sz="2402" b="1"/>
            </a:lvl6pPr>
            <a:lvl7pPr marL="4117543" indent="0">
              <a:buNone/>
              <a:defRPr sz="2402" b="1"/>
            </a:lvl7pPr>
            <a:lvl8pPr marL="4803800" indent="0">
              <a:buNone/>
              <a:defRPr sz="2402" b="1"/>
            </a:lvl8pPr>
            <a:lvl9pPr marL="5490058" indent="0">
              <a:buNone/>
              <a:defRPr sz="24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79374" y="3318792"/>
            <a:ext cx="4413138" cy="228882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2"/>
            </a:lvl1pPr>
            <a:lvl2pPr marL="686257" indent="0">
              <a:buNone/>
              <a:defRPr sz="2402"/>
            </a:lvl2pPr>
            <a:lvl3pPr marL="1372514" indent="0">
              <a:buNone/>
              <a:defRPr sz="2402"/>
            </a:lvl3pPr>
            <a:lvl4pPr marL="2058772" indent="0">
              <a:buNone/>
              <a:defRPr sz="2402"/>
            </a:lvl4pPr>
            <a:lvl5pPr marL="2745029" indent="0">
              <a:buNone/>
              <a:defRPr sz="2402"/>
            </a:lvl5pPr>
            <a:lvl6pPr marL="3431286" indent="0">
              <a:buNone/>
              <a:defRPr sz="2402"/>
            </a:lvl6pPr>
            <a:lvl7pPr marL="4117543" indent="0">
              <a:buNone/>
              <a:defRPr sz="2402"/>
            </a:lvl7pPr>
            <a:lvl8pPr marL="4803800" indent="0">
              <a:buNone/>
              <a:defRPr sz="2402"/>
            </a:lvl8pPr>
            <a:lvl9pPr marL="5490058" indent="0">
              <a:buNone/>
              <a:defRPr sz="24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79374" y="7249757"/>
            <a:ext cx="4413138" cy="990004"/>
          </a:xfrm>
        </p:spPr>
        <p:txBody>
          <a:bodyPr anchor="t">
            <a:normAutofit/>
          </a:bodyPr>
          <a:lstStyle>
            <a:lvl1pPr marL="0" indent="0">
              <a:buNone/>
              <a:defRPr sz="2101"/>
            </a:lvl1pPr>
            <a:lvl2pPr marL="686257" indent="0">
              <a:buNone/>
              <a:defRPr sz="1801"/>
            </a:lvl2pPr>
            <a:lvl3pPr marL="1372514" indent="0">
              <a:buNone/>
              <a:defRPr sz="1501"/>
            </a:lvl3pPr>
            <a:lvl4pPr marL="2058772" indent="0">
              <a:buNone/>
              <a:defRPr sz="1351"/>
            </a:lvl4pPr>
            <a:lvl5pPr marL="2745029" indent="0">
              <a:buNone/>
              <a:defRPr sz="1351"/>
            </a:lvl5pPr>
            <a:lvl6pPr marL="3431286" indent="0">
              <a:buNone/>
              <a:defRPr sz="1351"/>
            </a:lvl6pPr>
            <a:lvl7pPr marL="4117543" indent="0">
              <a:buNone/>
              <a:defRPr sz="1351"/>
            </a:lvl7pPr>
            <a:lvl8pPr marL="4803800" indent="0">
              <a:buNone/>
              <a:defRPr sz="1351"/>
            </a:lvl8pPr>
            <a:lvl9pPr marL="5490058" indent="0">
              <a:buNone/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8115" y="6384296"/>
            <a:ext cx="4398840" cy="865460"/>
          </a:xfrm>
        </p:spPr>
        <p:txBody>
          <a:bodyPr anchor="b">
            <a:noAutofit/>
          </a:bodyPr>
          <a:lstStyle>
            <a:lvl1pPr marL="0" indent="0">
              <a:buNone/>
              <a:defRPr sz="3602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6257" indent="0">
              <a:buNone/>
              <a:defRPr sz="3002" b="1"/>
            </a:lvl2pPr>
            <a:lvl3pPr marL="1372514" indent="0">
              <a:buNone/>
              <a:defRPr sz="2702" b="1"/>
            </a:lvl3pPr>
            <a:lvl4pPr marL="2058772" indent="0">
              <a:buNone/>
              <a:defRPr sz="2402" b="1"/>
            </a:lvl4pPr>
            <a:lvl5pPr marL="2745029" indent="0">
              <a:buNone/>
              <a:defRPr sz="2402" b="1"/>
            </a:lvl5pPr>
            <a:lvl6pPr marL="3431286" indent="0">
              <a:buNone/>
              <a:defRPr sz="2402" b="1"/>
            </a:lvl6pPr>
            <a:lvl7pPr marL="4117543" indent="0">
              <a:buNone/>
              <a:defRPr sz="2402" b="1"/>
            </a:lvl7pPr>
            <a:lvl8pPr marL="4803800" indent="0">
              <a:buNone/>
              <a:defRPr sz="2402" b="1"/>
            </a:lvl8pPr>
            <a:lvl9pPr marL="5490058" indent="0">
              <a:buNone/>
              <a:defRPr sz="24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838113" y="3318792"/>
            <a:ext cx="4398840" cy="228882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2"/>
            </a:lvl1pPr>
            <a:lvl2pPr marL="686257" indent="0">
              <a:buNone/>
              <a:defRPr sz="2402"/>
            </a:lvl2pPr>
            <a:lvl3pPr marL="1372514" indent="0">
              <a:buNone/>
              <a:defRPr sz="2402"/>
            </a:lvl3pPr>
            <a:lvl4pPr marL="2058772" indent="0">
              <a:buNone/>
              <a:defRPr sz="2402"/>
            </a:lvl4pPr>
            <a:lvl5pPr marL="2745029" indent="0">
              <a:buNone/>
              <a:defRPr sz="2402"/>
            </a:lvl5pPr>
            <a:lvl6pPr marL="3431286" indent="0">
              <a:buNone/>
              <a:defRPr sz="2402"/>
            </a:lvl6pPr>
            <a:lvl7pPr marL="4117543" indent="0">
              <a:buNone/>
              <a:defRPr sz="2402"/>
            </a:lvl7pPr>
            <a:lvl8pPr marL="4803800" indent="0">
              <a:buNone/>
              <a:defRPr sz="2402"/>
            </a:lvl8pPr>
            <a:lvl9pPr marL="5490058" indent="0">
              <a:buNone/>
              <a:defRPr sz="24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836083" y="7249755"/>
            <a:ext cx="4404666" cy="990004"/>
          </a:xfrm>
        </p:spPr>
        <p:txBody>
          <a:bodyPr anchor="t">
            <a:normAutofit/>
          </a:bodyPr>
          <a:lstStyle>
            <a:lvl1pPr marL="0" indent="0">
              <a:buNone/>
              <a:defRPr sz="2101"/>
            </a:lvl1pPr>
            <a:lvl2pPr marL="686257" indent="0">
              <a:buNone/>
              <a:defRPr sz="1801"/>
            </a:lvl2pPr>
            <a:lvl3pPr marL="1372514" indent="0">
              <a:buNone/>
              <a:defRPr sz="1501"/>
            </a:lvl3pPr>
            <a:lvl4pPr marL="2058772" indent="0">
              <a:buNone/>
              <a:defRPr sz="1351"/>
            </a:lvl4pPr>
            <a:lvl5pPr marL="2745029" indent="0">
              <a:buNone/>
              <a:defRPr sz="1351"/>
            </a:lvl5pPr>
            <a:lvl6pPr marL="3431286" indent="0">
              <a:buNone/>
              <a:defRPr sz="1351"/>
            </a:lvl6pPr>
            <a:lvl7pPr marL="4117543" indent="0">
              <a:buNone/>
              <a:defRPr sz="1351"/>
            </a:lvl7pPr>
            <a:lvl8pPr marL="4803800" indent="0">
              <a:buNone/>
              <a:defRPr sz="1351"/>
            </a:lvl8pPr>
            <a:lvl9pPr marL="5490058" indent="0">
              <a:buNone/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94472" y="6384296"/>
            <a:ext cx="4401224" cy="865460"/>
          </a:xfrm>
        </p:spPr>
        <p:txBody>
          <a:bodyPr anchor="b">
            <a:noAutofit/>
          </a:bodyPr>
          <a:lstStyle>
            <a:lvl1pPr marL="0" indent="0">
              <a:buNone/>
              <a:defRPr sz="3602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6257" indent="0">
              <a:buNone/>
              <a:defRPr sz="3002" b="1"/>
            </a:lvl2pPr>
            <a:lvl3pPr marL="1372514" indent="0">
              <a:buNone/>
              <a:defRPr sz="2702" b="1"/>
            </a:lvl3pPr>
            <a:lvl4pPr marL="2058772" indent="0">
              <a:buNone/>
              <a:defRPr sz="2402" b="1"/>
            </a:lvl4pPr>
            <a:lvl5pPr marL="2745029" indent="0">
              <a:buNone/>
              <a:defRPr sz="2402" b="1"/>
            </a:lvl5pPr>
            <a:lvl6pPr marL="3431286" indent="0">
              <a:buNone/>
              <a:defRPr sz="2402" b="1"/>
            </a:lvl6pPr>
            <a:lvl7pPr marL="4117543" indent="0">
              <a:buNone/>
              <a:defRPr sz="2402" b="1"/>
            </a:lvl7pPr>
            <a:lvl8pPr marL="4803800" indent="0">
              <a:buNone/>
              <a:defRPr sz="2402" b="1"/>
            </a:lvl8pPr>
            <a:lvl9pPr marL="5490058" indent="0">
              <a:buNone/>
              <a:defRPr sz="24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0694471" y="3318792"/>
            <a:ext cx="4401224" cy="228882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2"/>
            </a:lvl1pPr>
            <a:lvl2pPr marL="686257" indent="0">
              <a:buNone/>
              <a:defRPr sz="2402"/>
            </a:lvl2pPr>
            <a:lvl3pPr marL="1372514" indent="0">
              <a:buNone/>
              <a:defRPr sz="2402"/>
            </a:lvl3pPr>
            <a:lvl4pPr marL="2058772" indent="0">
              <a:buNone/>
              <a:defRPr sz="2402"/>
            </a:lvl4pPr>
            <a:lvl5pPr marL="2745029" indent="0">
              <a:buNone/>
              <a:defRPr sz="2402"/>
            </a:lvl5pPr>
            <a:lvl6pPr marL="3431286" indent="0">
              <a:buNone/>
              <a:defRPr sz="2402"/>
            </a:lvl6pPr>
            <a:lvl7pPr marL="4117543" indent="0">
              <a:buNone/>
              <a:defRPr sz="2402"/>
            </a:lvl7pPr>
            <a:lvl8pPr marL="4803800" indent="0">
              <a:buNone/>
              <a:defRPr sz="2402"/>
            </a:lvl8pPr>
            <a:lvl9pPr marL="5490058" indent="0">
              <a:buNone/>
              <a:defRPr sz="24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0694285" y="7249752"/>
            <a:ext cx="4407054" cy="990004"/>
          </a:xfrm>
        </p:spPr>
        <p:txBody>
          <a:bodyPr anchor="t">
            <a:normAutofit/>
          </a:bodyPr>
          <a:lstStyle>
            <a:lvl1pPr marL="0" indent="0">
              <a:buNone/>
              <a:defRPr sz="2101"/>
            </a:lvl1pPr>
            <a:lvl2pPr marL="686257" indent="0">
              <a:buNone/>
              <a:defRPr sz="1801"/>
            </a:lvl2pPr>
            <a:lvl3pPr marL="1372514" indent="0">
              <a:buNone/>
              <a:defRPr sz="1501"/>
            </a:lvl3pPr>
            <a:lvl4pPr marL="2058772" indent="0">
              <a:buNone/>
              <a:defRPr sz="1351"/>
            </a:lvl4pPr>
            <a:lvl5pPr marL="2745029" indent="0">
              <a:buNone/>
              <a:defRPr sz="1351"/>
            </a:lvl5pPr>
            <a:lvl6pPr marL="3431286" indent="0">
              <a:buNone/>
              <a:defRPr sz="1351"/>
            </a:lvl6pPr>
            <a:lvl7pPr marL="4117543" indent="0">
              <a:buNone/>
              <a:defRPr sz="1351"/>
            </a:lvl7pPr>
            <a:lvl8pPr marL="4803800" indent="0">
              <a:buNone/>
              <a:defRPr sz="1351"/>
            </a:lvl8pPr>
            <a:lvl9pPr marL="5490058" indent="0">
              <a:buNone/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593094" y="3204351"/>
            <a:ext cx="0" cy="595093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450593" y="3204351"/>
            <a:ext cx="0" cy="5957669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917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835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64969" y="646117"/>
            <a:ext cx="2630727" cy="8749977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9375" y="1332765"/>
            <a:ext cx="11142456" cy="80633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80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4009472"/>
            <a:ext cx="6059723" cy="62902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4343877"/>
            <a:ext cx="2285204" cy="355256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2922486" y="2517705"/>
            <a:ext cx="4232037" cy="4234321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2007451" y="1"/>
            <a:ext cx="2406751" cy="171422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2917782" y="9155289"/>
            <a:ext cx="1491636" cy="114441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5667591" y="0"/>
            <a:ext cx="1029414" cy="17166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9840" y="679915"/>
            <a:ext cx="14116881" cy="21033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6118" y="3083179"/>
            <a:ext cx="13429131" cy="6300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5243637" y="2689492"/>
            <a:ext cx="1487733" cy="45751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651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3435121" y="4844042"/>
            <a:ext cx="5796840" cy="4575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51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39594" y="444142"/>
            <a:ext cx="1258172" cy="11529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3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0831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686257" rtl="0" eaLnBrk="1" latinLnBrk="0" hangingPunct="1">
        <a:spcBef>
          <a:spcPct val="0"/>
        </a:spcBef>
        <a:buNone/>
        <a:defRPr sz="6304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693" indent="-514693" algn="l" defTabSz="686257" rtl="0" eaLnBrk="1" latinLnBrk="0" hangingPunct="1">
        <a:spcBef>
          <a:spcPts val="1501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3002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1115168" indent="-428911" algn="l" defTabSz="686257" rtl="0" eaLnBrk="1" latinLnBrk="0" hangingPunct="1">
        <a:spcBef>
          <a:spcPts val="1501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702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715643" indent="-343129" algn="l" defTabSz="686257" rtl="0" eaLnBrk="1" latinLnBrk="0" hangingPunct="1">
        <a:spcBef>
          <a:spcPts val="1501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401900" indent="-343129" algn="l" defTabSz="686257" rtl="0" eaLnBrk="1" latinLnBrk="0" hangingPunct="1">
        <a:spcBef>
          <a:spcPts val="1501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1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3088157" indent="-343129" algn="l" defTabSz="686257" rtl="0" eaLnBrk="1" latinLnBrk="0" hangingPunct="1">
        <a:spcBef>
          <a:spcPts val="1501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1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761506" indent="-343129" algn="l" defTabSz="686257" rtl="0" eaLnBrk="1" latinLnBrk="0" hangingPunct="1">
        <a:spcBef>
          <a:spcPts val="1501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1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4460672" indent="-343129" algn="l" defTabSz="686257" rtl="0" eaLnBrk="1" latinLnBrk="0" hangingPunct="1">
        <a:spcBef>
          <a:spcPts val="1501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1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5146929" indent="-343129" algn="l" defTabSz="686257" rtl="0" eaLnBrk="1" latinLnBrk="0" hangingPunct="1">
        <a:spcBef>
          <a:spcPts val="1501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1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5833186" indent="-343129" algn="l" defTabSz="686257" rtl="0" eaLnBrk="1" latinLnBrk="0" hangingPunct="1">
        <a:spcBef>
          <a:spcPts val="1501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1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686257" rtl="0" eaLnBrk="1" latinLnBrk="0" hangingPunct="1">
        <a:defRPr sz="2702" kern="1200">
          <a:solidFill>
            <a:schemeClr val="tx1"/>
          </a:solidFill>
          <a:latin typeface="+mn-lt"/>
          <a:ea typeface="+mn-ea"/>
          <a:cs typeface="+mn-cs"/>
        </a:defRPr>
      </a:lvl1pPr>
      <a:lvl2pPr marL="686257" algn="l" defTabSz="686257" rtl="0" eaLnBrk="1" latinLnBrk="0" hangingPunct="1">
        <a:defRPr sz="2702" kern="1200">
          <a:solidFill>
            <a:schemeClr val="tx1"/>
          </a:solidFill>
          <a:latin typeface="+mn-lt"/>
          <a:ea typeface="+mn-ea"/>
          <a:cs typeface="+mn-cs"/>
        </a:defRPr>
      </a:lvl2pPr>
      <a:lvl3pPr marL="1372514" algn="l" defTabSz="686257" rtl="0" eaLnBrk="1" latinLnBrk="0" hangingPunct="1">
        <a:defRPr sz="2702" kern="1200">
          <a:solidFill>
            <a:schemeClr val="tx1"/>
          </a:solidFill>
          <a:latin typeface="+mn-lt"/>
          <a:ea typeface="+mn-ea"/>
          <a:cs typeface="+mn-cs"/>
        </a:defRPr>
      </a:lvl3pPr>
      <a:lvl4pPr marL="2058772" algn="l" defTabSz="686257" rtl="0" eaLnBrk="1" latinLnBrk="0" hangingPunct="1">
        <a:defRPr sz="2702" kern="1200">
          <a:solidFill>
            <a:schemeClr val="tx1"/>
          </a:solidFill>
          <a:latin typeface="+mn-lt"/>
          <a:ea typeface="+mn-ea"/>
          <a:cs typeface="+mn-cs"/>
        </a:defRPr>
      </a:lvl4pPr>
      <a:lvl5pPr marL="2745029" algn="l" defTabSz="686257" rtl="0" eaLnBrk="1" latinLnBrk="0" hangingPunct="1">
        <a:defRPr sz="2702" kern="1200">
          <a:solidFill>
            <a:schemeClr val="tx1"/>
          </a:solidFill>
          <a:latin typeface="+mn-lt"/>
          <a:ea typeface="+mn-ea"/>
          <a:cs typeface="+mn-cs"/>
        </a:defRPr>
      </a:lvl5pPr>
      <a:lvl6pPr marL="3431286" algn="l" defTabSz="686257" rtl="0" eaLnBrk="1" latinLnBrk="0" hangingPunct="1">
        <a:defRPr sz="2702" kern="1200">
          <a:solidFill>
            <a:schemeClr val="tx1"/>
          </a:solidFill>
          <a:latin typeface="+mn-lt"/>
          <a:ea typeface="+mn-ea"/>
          <a:cs typeface="+mn-cs"/>
        </a:defRPr>
      </a:lvl6pPr>
      <a:lvl7pPr marL="4117543" algn="l" defTabSz="686257" rtl="0" eaLnBrk="1" latinLnBrk="0" hangingPunct="1">
        <a:defRPr sz="2702" kern="1200">
          <a:solidFill>
            <a:schemeClr val="tx1"/>
          </a:solidFill>
          <a:latin typeface="+mn-lt"/>
          <a:ea typeface="+mn-ea"/>
          <a:cs typeface="+mn-cs"/>
        </a:defRPr>
      </a:lvl7pPr>
      <a:lvl8pPr marL="4803800" algn="l" defTabSz="686257" rtl="0" eaLnBrk="1" latinLnBrk="0" hangingPunct="1">
        <a:defRPr sz="2702" kern="1200">
          <a:solidFill>
            <a:schemeClr val="tx1"/>
          </a:solidFill>
          <a:latin typeface="+mn-lt"/>
          <a:ea typeface="+mn-ea"/>
          <a:cs typeface="+mn-cs"/>
        </a:defRPr>
      </a:lvl8pPr>
      <a:lvl9pPr marL="5490058" algn="l" defTabSz="686257" rtl="0" eaLnBrk="1" latinLnBrk="0" hangingPunct="1">
        <a:defRPr sz="27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7644BB2-E597-4E55-7071-EC8A47FBB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30" y="0"/>
            <a:ext cx="18324830" cy="10299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886AD8-233E-9813-2004-5C5F22E0EEC0}"/>
              </a:ext>
            </a:extLst>
          </p:cNvPr>
          <p:cNvSpPr txBox="1"/>
          <p:nvPr/>
        </p:nvSpPr>
        <p:spPr>
          <a:xfrm>
            <a:off x="1606550" y="8350250"/>
            <a:ext cx="132476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2"/>
                </a:solidFill>
              </a:rPr>
              <a:t>AADI AGARWAL :- RA2311003010054</a:t>
            </a:r>
          </a:p>
          <a:p>
            <a:r>
              <a:rPr lang="en-IN" sz="2800" b="1" dirty="0">
                <a:solidFill>
                  <a:schemeClr val="bg2"/>
                </a:solidFill>
              </a:rPr>
              <a:t>AYUSH GAUTAM :- RA2311003010029</a:t>
            </a:r>
          </a:p>
          <a:p>
            <a:r>
              <a:rPr lang="en-IN" sz="2800" b="1" dirty="0">
                <a:solidFill>
                  <a:schemeClr val="bg2"/>
                </a:solidFill>
              </a:rPr>
              <a:t>MANISH SARKAR :-RA2311003010055</a:t>
            </a:r>
          </a:p>
        </p:txBody>
      </p:sp>
    </p:spTree>
    <p:extLst>
      <p:ext uri="{BB962C8B-B14F-4D97-AF65-F5344CB8AC3E}">
        <p14:creationId xmlns:p14="http://schemas.microsoft.com/office/powerpoint/2010/main" val="3155156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66559" y="506152"/>
            <a:ext cx="17355185" cy="9275445"/>
          </a:xfrm>
          <a:custGeom>
            <a:avLst/>
            <a:gdLst/>
            <a:ahLst/>
            <a:cxnLst/>
            <a:rect l="l" t="t" r="r" b="b"/>
            <a:pathLst>
              <a:path w="17355185" h="9275445">
                <a:moveTo>
                  <a:pt x="8677427" y="9275008"/>
                </a:moveTo>
                <a:lnTo>
                  <a:pt x="0" y="9275008"/>
                </a:lnTo>
                <a:lnTo>
                  <a:pt x="0" y="0"/>
                </a:lnTo>
                <a:lnTo>
                  <a:pt x="17354842" y="0"/>
                </a:lnTo>
                <a:lnTo>
                  <a:pt x="17354842" y="9275008"/>
                </a:lnTo>
                <a:lnTo>
                  <a:pt x="8677427" y="9275008"/>
                </a:lnTo>
                <a:close/>
              </a:path>
            </a:pathLst>
          </a:custGeom>
          <a:ln w="1871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07829D-BE00-BF11-74C1-07E92D776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976"/>
            <a:ext cx="18300700" cy="103056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9083" y="3092450"/>
            <a:ext cx="7162799" cy="2762423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L="12065" marR="5080" algn="ctr">
              <a:lnSpc>
                <a:spcPct val="80900"/>
              </a:lnSpc>
              <a:spcBef>
                <a:spcPts val="1475"/>
              </a:spcBef>
            </a:pPr>
            <a:r>
              <a:rPr lang="en-IN" sz="5900" b="1" u="sng" spc="-295" dirty="0" err="1">
                <a:solidFill>
                  <a:srgbClr val="FFFFFF"/>
                </a:solidFill>
                <a:latin typeface="Verdana"/>
                <a:cs typeface="Verdana"/>
              </a:rPr>
              <a:t>FitTogether</a:t>
            </a:r>
            <a:endParaRPr lang="en-IN" sz="5900" b="1" u="sng" spc="-295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065" marR="5080" algn="ctr">
              <a:lnSpc>
                <a:spcPct val="80900"/>
              </a:lnSpc>
              <a:spcBef>
                <a:spcPts val="1475"/>
              </a:spcBef>
            </a:pPr>
            <a:r>
              <a:rPr sz="4400" spc="-50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4400" spc="-195" dirty="0">
                <a:solidFill>
                  <a:srgbClr val="FFFFFF"/>
                </a:solidFill>
                <a:latin typeface="Verdana"/>
                <a:cs typeface="Verdana"/>
              </a:rPr>
              <a:t>Comprehensive</a:t>
            </a:r>
            <a:r>
              <a:rPr sz="4400" spc="-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400" spc="-455" dirty="0">
                <a:solidFill>
                  <a:srgbClr val="FFFFFF"/>
                </a:solidFill>
                <a:latin typeface="Verdana"/>
                <a:cs typeface="Verdana"/>
              </a:rPr>
              <a:t>UI</a:t>
            </a:r>
            <a:r>
              <a:rPr sz="4400" spc="-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400" spc="-25" dirty="0">
                <a:solidFill>
                  <a:srgbClr val="FFFFFF"/>
                </a:solidFill>
                <a:latin typeface="Verdana"/>
                <a:cs typeface="Verdana"/>
              </a:rPr>
              <a:t>for </a:t>
            </a:r>
            <a:r>
              <a:rPr sz="4400" spc="-145" dirty="0">
                <a:solidFill>
                  <a:srgbClr val="FFFFFF"/>
                </a:solidFill>
                <a:latin typeface="Verdana"/>
                <a:cs typeface="Verdana"/>
              </a:rPr>
              <a:t>Personal</a:t>
            </a:r>
            <a:r>
              <a:rPr sz="44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400" spc="-35" dirty="0">
                <a:solidFill>
                  <a:srgbClr val="FFFFFF"/>
                </a:solidFill>
                <a:latin typeface="Verdana"/>
                <a:cs typeface="Verdana"/>
              </a:rPr>
              <a:t>Wellness </a:t>
            </a:r>
            <a:r>
              <a:rPr sz="4400" spc="-75" dirty="0">
                <a:solidFill>
                  <a:srgbClr val="FFFFFF"/>
                </a:solidFill>
                <a:latin typeface="Verdana"/>
                <a:cs typeface="Verdana"/>
              </a:rPr>
              <a:t>Management</a:t>
            </a:r>
            <a:endParaRPr sz="4400" dirty="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0293" y="1493364"/>
            <a:ext cx="8620913" cy="6487795"/>
            <a:chOff x="5025237" y="1772633"/>
            <a:chExt cx="8237855" cy="6487795"/>
          </a:xfrm>
        </p:grpSpPr>
        <p:sp>
          <p:nvSpPr>
            <p:cNvPr id="7" name="object 7"/>
            <p:cNvSpPr/>
            <p:nvPr/>
          </p:nvSpPr>
          <p:spPr>
            <a:xfrm>
              <a:off x="5025225" y="8239772"/>
              <a:ext cx="8237855" cy="20320"/>
            </a:xfrm>
            <a:custGeom>
              <a:avLst/>
              <a:gdLst/>
              <a:ahLst/>
              <a:cxnLst/>
              <a:rect l="l" t="t" r="r" b="b"/>
              <a:pathLst>
                <a:path w="8237855" h="20320">
                  <a:moveTo>
                    <a:pt x="8237499" y="1435"/>
                  </a:moveTo>
                  <a:lnTo>
                    <a:pt x="0" y="0"/>
                  </a:lnTo>
                  <a:lnTo>
                    <a:pt x="0" y="18719"/>
                  </a:lnTo>
                  <a:lnTo>
                    <a:pt x="8237499" y="20154"/>
                  </a:lnTo>
                  <a:lnTo>
                    <a:pt x="8237499" y="14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69820" y="1781992"/>
              <a:ext cx="1948180" cy="454025"/>
            </a:xfrm>
            <a:custGeom>
              <a:avLst/>
              <a:gdLst/>
              <a:ahLst/>
              <a:cxnLst/>
              <a:rect l="l" t="t" r="r" b="b"/>
              <a:pathLst>
                <a:path w="1948179" h="454025">
                  <a:moveTo>
                    <a:pt x="226791" y="453525"/>
                  </a:moveTo>
                  <a:lnTo>
                    <a:pt x="0" y="453525"/>
                  </a:lnTo>
                  <a:lnTo>
                    <a:pt x="0" y="0"/>
                  </a:lnTo>
                  <a:lnTo>
                    <a:pt x="453595" y="0"/>
                  </a:lnTo>
                  <a:lnTo>
                    <a:pt x="453595" y="453525"/>
                  </a:lnTo>
                  <a:lnTo>
                    <a:pt x="226791" y="453525"/>
                  </a:lnTo>
                  <a:close/>
                </a:path>
                <a:path w="1948179" h="454025">
                  <a:moveTo>
                    <a:pt x="974152" y="453525"/>
                  </a:moveTo>
                  <a:lnTo>
                    <a:pt x="747360" y="453525"/>
                  </a:lnTo>
                  <a:lnTo>
                    <a:pt x="747360" y="0"/>
                  </a:lnTo>
                  <a:lnTo>
                    <a:pt x="1200956" y="0"/>
                  </a:lnTo>
                  <a:lnTo>
                    <a:pt x="1200956" y="453525"/>
                  </a:lnTo>
                  <a:lnTo>
                    <a:pt x="974152" y="453525"/>
                  </a:lnTo>
                  <a:close/>
                </a:path>
                <a:path w="1948179" h="454025">
                  <a:moveTo>
                    <a:pt x="1720788" y="453525"/>
                  </a:moveTo>
                  <a:lnTo>
                    <a:pt x="1493997" y="453525"/>
                  </a:lnTo>
                  <a:lnTo>
                    <a:pt x="1493997" y="0"/>
                  </a:lnTo>
                  <a:lnTo>
                    <a:pt x="1947593" y="0"/>
                  </a:lnTo>
                  <a:lnTo>
                    <a:pt x="1947593" y="453525"/>
                  </a:lnTo>
                  <a:lnTo>
                    <a:pt x="1720788" y="453525"/>
                  </a:lnTo>
                  <a:close/>
                </a:path>
              </a:pathLst>
            </a:custGeom>
            <a:ln w="1871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CE1C68-CB72-77FC-D2A9-01AE79311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8300700" cy="102997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31A7E6-80A6-6D70-578B-E68B92C2C092}"/>
              </a:ext>
            </a:extLst>
          </p:cNvPr>
          <p:cNvSpPr txBox="1"/>
          <p:nvPr/>
        </p:nvSpPr>
        <p:spPr>
          <a:xfrm>
            <a:off x="6330950" y="2940050"/>
            <a:ext cx="11658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Today's generation relies heavily on unhealthy street and fast foods, coupled with minimal physical activity.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lifestyle negatively impacts health.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combat these issues, we are developing a user interface that encourages fitness and healthier eating habits,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promoting an active lifestyle for improved well-being.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4CB0B-7667-CCA9-CBCD-0C9069EE5236}"/>
              </a:ext>
            </a:extLst>
          </p:cNvPr>
          <p:cNvSpPr txBox="1"/>
          <p:nvPr/>
        </p:nvSpPr>
        <p:spPr>
          <a:xfrm>
            <a:off x="6711950" y="1121356"/>
            <a:ext cx="1089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1">
                    <a:lumMod val="50000"/>
                  </a:schemeClr>
                </a:solidFill>
              </a:rPr>
              <a:t>PROBLEM STATEMENT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52158" y="9469441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99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7" y="0"/>
                </a:lnTo>
                <a:lnTo>
                  <a:pt x="453597" y="453512"/>
                </a:lnTo>
                <a:lnTo>
                  <a:pt x="226799" y="453512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99516" y="9469441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96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601" y="0"/>
                </a:lnTo>
                <a:lnTo>
                  <a:pt x="453601" y="453512"/>
                </a:lnTo>
                <a:lnTo>
                  <a:pt x="226796" y="453512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6145" y="9469441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608" y="0"/>
                </a:lnTo>
                <a:lnTo>
                  <a:pt x="453608" y="453512"/>
                </a:lnTo>
                <a:lnTo>
                  <a:pt x="226804" y="453512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80688" y="4716176"/>
            <a:ext cx="7678420" cy="6083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00" spc="-145" dirty="0"/>
              <a:t>Introduction</a:t>
            </a:r>
            <a:r>
              <a:rPr sz="3800" spc="-240" dirty="0"/>
              <a:t> </a:t>
            </a:r>
            <a:r>
              <a:rPr sz="3800" spc="-100" dirty="0"/>
              <a:t>to</a:t>
            </a:r>
            <a:r>
              <a:rPr sz="3800" spc="-240" dirty="0"/>
              <a:t> </a:t>
            </a:r>
            <a:r>
              <a:rPr sz="3800" spc="-85" dirty="0"/>
              <a:t>Personal</a:t>
            </a:r>
            <a:r>
              <a:rPr sz="3800" spc="-235" dirty="0"/>
              <a:t> </a:t>
            </a:r>
            <a:r>
              <a:rPr sz="3800" spc="-70" dirty="0"/>
              <a:t>Wellness</a:t>
            </a:r>
            <a:endParaRPr sz="38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524" y="6555219"/>
            <a:ext cx="2493984" cy="30280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1756" y="6917169"/>
            <a:ext cx="4483697" cy="30280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80680" y="6472929"/>
            <a:ext cx="8582660" cy="18484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2607310">
              <a:lnSpc>
                <a:spcPts val="2850"/>
              </a:lnSpc>
              <a:spcBef>
                <a:spcPts val="215"/>
              </a:spcBef>
              <a:tabLst>
                <a:tab pos="7893684" algn="l"/>
              </a:tabLst>
            </a:pPr>
            <a:r>
              <a:rPr sz="2400" spc="90" dirty="0">
                <a:solidFill>
                  <a:srgbClr val="FFFFFF"/>
                </a:solidFill>
                <a:latin typeface="Trebuchet MS"/>
                <a:cs typeface="Trebuchet MS"/>
              </a:rPr>
              <a:t>focuses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rebuchet MS"/>
                <a:cs typeface="Trebuchet MS"/>
              </a:rPr>
              <a:t>comprehensive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Trebuchet MS"/>
                <a:cs typeface="Trebuchet MS"/>
              </a:rPr>
              <a:t>user 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interface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Trebuchet MS"/>
                <a:cs typeface="Trebuchet MS"/>
              </a:rPr>
              <a:t>enhances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484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760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presentation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will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explore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features,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benefits,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 the</a:t>
            </a:r>
            <a:endParaRPr sz="2400">
              <a:latin typeface="Trebuchet MS"/>
              <a:cs typeface="Trebuchet MS"/>
            </a:endParaRPr>
          </a:p>
          <a:p>
            <a:pPr marL="12700" marR="434340">
              <a:lnSpc>
                <a:spcPts val="2850"/>
              </a:lnSpc>
              <a:spcBef>
                <a:spcPts val="165"/>
              </a:spcBef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importance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4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holistic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rebuchet MS"/>
                <a:cs typeface="Trebuchet MS"/>
              </a:rPr>
              <a:t>approach</a:t>
            </a:r>
            <a:r>
              <a:rPr sz="24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health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4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rebuchet MS"/>
                <a:cs typeface="Trebuchet MS"/>
              </a:rPr>
              <a:t>today's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fast- </a:t>
            </a:r>
            <a:r>
              <a:rPr sz="2400" spc="100" dirty="0">
                <a:solidFill>
                  <a:srgbClr val="FFFFFF"/>
                </a:solidFill>
                <a:latin typeface="Trebuchet MS"/>
                <a:cs typeface="Trebuchet MS"/>
              </a:rPr>
              <a:t>paced</a:t>
            </a:r>
            <a:r>
              <a:rPr sz="2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world.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35917" y="1060562"/>
            <a:ext cx="5610225" cy="816292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9756720" y="132696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87" y="453510"/>
                </a:moveTo>
                <a:lnTo>
                  <a:pt x="0" y="453510"/>
                </a:lnTo>
                <a:lnTo>
                  <a:pt x="0" y="0"/>
                </a:lnTo>
                <a:lnTo>
                  <a:pt x="453574" y="0"/>
                </a:lnTo>
                <a:lnTo>
                  <a:pt x="453574" y="453510"/>
                </a:lnTo>
                <a:lnTo>
                  <a:pt x="226787" y="453510"/>
                </a:lnTo>
                <a:close/>
              </a:path>
            </a:pathLst>
          </a:custGeom>
          <a:ln w="1871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503330" y="132696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87" y="453510"/>
                </a:moveTo>
                <a:lnTo>
                  <a:pt x="0" y="453510"/>
                </a:lnTo>
                <a:lnTo>
                  <a:pt x="0" y="0"/>
                </a:lnTo>
                <a:lnTo>
                  <a:pt x="453574" y="0"/>
                </a:lnTo>
                <a:lnTo>
                  <a:pt x="453574" y="453510"/>
                </a:lnTo>
                <a:lnTo>
                  <a:pt x="226787" y="453510"/>
                </a:lnTo>
                <a:close/>
              </a:path>
            </a:pathLst>
          </a:custGeom>
          <a:ln w="1871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639E8-101C-7D2D-19CE-51A77F3F8F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9FA85-CB66-BFEC-ACF6-B08668F190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BC2B1675-88DB-E8E5-53FE-CBE06E8E0A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000"/>
          </a:xfrm>
          <a:prstGeom prst="rect">
            <a:avLst/>
          </a:prstGeom>
        </p:spPr>
      </p:pic>
      <p:pic>
        <p:nvPicPr>
          <p:cNvPr id="1026" name="Picture 2" descr="1,573 Connected Health Monitoring Systems Royalty-Free ...">
            <a:extLst>
              <a:ext uri="{FF2B5EF4-FFF2-40B4-BE49-F238E27FC236}">
                <a16:creationId xmlns:a16="http://schemas.microsoft.com/office/drawing/2014/main" id="{E9A8A9FA-B703-98C3-DF10-F2995DB3C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18288000" cy="10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274B02-2281-866E-6656-EB07A3F1CDF8}"/>
              </a:ext>
            </a:extLst>
          </p:cNvPr>
          <p:cNvSpPr txBox="1"/>
          <p:nvPr/>
        </p:nvSpPr>
        <p:spPr>
          <a:xfrm>
            <a:off x="1994776" y="435674"/>
            <a:ext cx="12725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BA44D-87F8-23ED-9EC7-4EA5372D951A}"/>
              </a:ext>
            </a:extLst>
          </p:cNvPr>
          <p:cNvSpPr txBox="1"/>
          <p:nvPr/>
        </p:nvSpPr>
        <p:spPr>
          <a:xfrm>
            <a:off x="806450" y="2174382"/>
            <a:ext cx="166878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1. </a:t>
            </a:r>
            <a:r>
              <a:rPr lang="en-US" sz="2400" b="1" dirty="0">
                <a:solidFill>
                  <a:srgbClr val="FFFF00"/>
                </a:solidFill>
              </a:rPr>
              <a:t>Personalized Fitness Management</a:t>
            </a:r>
          </a:p>
          <a:p>
            <a:r>
              <a:rPr lang="en-US" sz="2400" dirty="0"/>
              <a:t>   - Custom Workouts and Goals: Enable users to create and track personalized workout plans and fitness goals tailored to their individual needs and progress.</a:t>
            </a:r>
          </a:p>
          <a:p>
            <a:endParaRPr lang="en-US" sz="2400" dirty="0"/>
          </a:p>
          <a:p>
            <a:r>
              <a:rPr lang="en-US" sz="2400" dirty="0"/>
              <a:t>2. </a:t>
            </a:r>
            <a:r>
              <a:rPr lang="en-US" sz="2400" b="1" dirty="0">
                <a:solidFill>
                  <a:srgbClr val="FFFF00"/>
                </a:solidFill>
              </a:rPr>
              <a:t>Enhanced Motivation and Engagement</a:t>
            </a:r>
          </a:p>
          <a:p>
            <a:r>
              <a:rPr lang="en-US" sz="2400" dirty="0"/>
              <a:t>   - Progress Visualization and Rewards: Provide visual progress reports and achievement rewards to motivate users and keep them engaged with their fitness journey.</a:t>
            </a:r>
          </a:p>
          <a:p>
            <a:endParaRPr lang="en-US" sz="2400" dirty="0"/>
          </a:p>
          <a:p>
            <a:r>
              <a:rPr lang="en-US" sz="2400" dirty="0"/>
              <a:t>3. </a:t>
            </a:r>
            <a:r>
              <a:rPr lang="en-US" sz="2400" b="1" dirty="0">
                <a:solidFill>
                  <a:srgbClr val="FFFF00"/>
                </a:solidFill>
              </a:rPr>
              <a:t>Streamlined Tracking and Logging</a:t>
            </a:r>
          </a:p>
          <a:p>
            <a:r>
              <a:rPr lang="en-US" sz="2400" dirty="0"/>
              <a:t>   - Easy Exercise and Nutrition Logging: Offer a user-friendly interface for logging workouts, activities, and meals, with options for automated tracking through wearable integrations.</a:t>
            </a:r>
          </a:p>
          <a:p>
            <a:endParaRPr lang="en-US" sz="2400" dirty="0"/>
          </a:p>
          <a:p>
            <a:r>
              <a:rPr lang="en-US" sz="2400" dirty="0"/>
              <a:t>4. </a:t>
            </a:r>
            <a:r>
              <a:rPr lang="en-US" sz="2400" b="1" dirty="0">
                <a:solidFill>
                  <a:srgbClr val="FFFF00"/>
                </a:solidFill>
              </a:rPr>
              <a:t>Educational Support and Resources</a:t>
            </a:r>
          </a:p>
          <a:p>
            <a:r>
              <a:rPr lang="en-US" sz="2400" dirty="0"/>
              <a:t>   - Fitness Tips and Tutorials: Deliver educational content, including workout tips, exercise tutorials, and nutritional advice to help users make informed fitness and health decisions.</a:t>
            </a:r>
          </a:p>
          <a:p>
            <a:endParaRPr lang="en-US" sz="2400" dirty="0"/>
          </a:p>
          <a:p>
            <a:r>
              <a:rPr lang="en-US" sz="2400" dirty="0"/>
              <a:t>5. </a:t>
            </a:r>
            <a:r>
              <a:rPr lang="en-US" sz="2400" b="1" dirty="0">
                <a:solidFill>
                  <a:srgbClr val="FFFF00"/>
                </a:solidFill>
              </a:rPr>
              <a:t>Data Privacy and Security</a:t>
            </a:r>
          </a:p>
          <a:p>
            <a:r>
              <a:rPr lang="en-US" sz="2400" dirty="0"/>
              <a:t>   - Secure Data Management: Ensure user data is protected with strong security measures, giving users control over their personal information and maintaining their privacy.</a:t>
            </a:r>
          </a:p>
        </p:txBody>
      </p:sp>
    </p:spTree>
    <p:extLst>
      <p:ext uri="{BB962C8B-B14F-4D97-AF65-F5344CB8AC3E}">
        <p14:creationId xmlns:p14="http://schemas.microsoft.com/office/powerpoint/2010/main" val="233148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4899583" y="875375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42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684" y="0"/>
                </a:lnTo>
                <a:lnTo>
                  <a:pt x="453684" y="453516"/>
                </a:lnTo>
                <a:lnTo>
                  <a:pt x="226842" y="453516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647046" y="875375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15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557" y="0"/>
                </a:lnTo>
                <a:lnTo>
                  <a:pt x="453557" y="453516"/>
                </a:lnTo>
                <a:lnTo>
                  <a:pt x="226715" y="453516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393619" y="875375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42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557" y="0"/>
                </a:lnTo>
                <a:lnTo>
                  <a:pt x="453557" y="453516"/>
                </a:lnTo>
                <a:lnTo>
                  <a:pt x="226842" y="453516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3872" y="3968496"/>
            <a:ext cx="4023360" cy="15849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84804" y="4031221"/>
            <a:ext cx="1897862" cy="30280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50459" y="4031221"/>
            <a:ext cx="2935897" cy="30280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04290" y="4390123"/>
            <a:ext cx="3730929" cy="30585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304289" y="3968496"/>
            <a:ext cx="8172945" cy="1499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95"/>
              </a:spcBef>
              <a:tabLst>
                <a:tab pos="4401820" algn="l"/>
                <a:tab pos="7505065" algn="l"/>
              </a:tabLst>
            </a:pPr>
            <a:r>
              <a:rPr sz="2400" spc="7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Trebuchet MS"/>
                <a:cs typeface="Trebuchet MS"/>
              </a:rPr>
              <a:t>UI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integrates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40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35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endParaRPr sz="2400" dirty="0">
              <a:latin typeface="Trebuchet MS"/>
              <a:cs typeface="Trebuchet MS"/>
            </a:endParaRPr>
          </a:p>
          <a:p>
            <a:pPr marL="12700" marR="15875" indent="3741420">
              <a:lnSpc>
                <a:spcPts val="2850"/>
              </a:lnSpc>
              <a:spcBef>
                <a:spcPts val="105"/>
              </a:spcBef>
            </a:pPr>
            <a:r>
              <a:rPr sz="2400" spc="-434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Trebuchet MS"/>
                <a:cs typeface="Trebuchet MS"/>
              </a:rPr>
              <a:t>Users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easily</a:t>
            </a:r>
            <a:r>
              <a:rPr sz="24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monitor</a:t>
            </a:r>
            <a:r>
              <a:rPr sz="24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their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health</a:t>
            </a:r>
            <a:r>
              <a:rPr sz="2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metrics,</a:t>
            </a:r>
            <a:r>
              <a:rPr sz="2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receive</a:t>
            </a:r>
            <a:r>
              <a:rPr sz="2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tailored</a:t>
            </a:r>
            <a:r>
              <a:rPr sz="2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recommendations,</a:t>
            </a:r>
            <a:r>
              <a:rPr sz="2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set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ts val="2835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achievable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rebuchet MS"/>
                <a:cs typeface="Trebuchet MS"/>
              </a:rPr>
              <a:t>wellness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goals,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Trebuchet MS"/>
                <a:cs typeface="Trebuchet MS"/>
              </a:rPr>
              <a:t>one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rebuchet MS"/>
                <a:cs typeface="Trebuchet MS"/>
              </a:rPr>
              <a:t>cohesive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platform.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A3C5F-1B39-76F4-7DCD-F5E7B6A6CA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CA37A-AC68-FBF6-2E79-14797CB39C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FCB9280-DB0C-A443-6AC5-DD9B0685B1B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7DA2FA-E879-B831-D245-AB654754B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18275300" cy="10274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792A91-61ED-EC76-F345-2D9E5BC98B8D}"/>
              </a:ext>
            </a:extLst>
          </p:cNvPr>
          <p:cNvSpPr txBox="1"/>
          <p:nvPr/>
        </p:nvSpPr>
        <p:spPr>
          <a:xfrm>
            <a:off x="3359150" y="880659"/>
            <a:ext cx="10744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tx2">
                    <a:lumMod val="10000"/>
                  </a:schemeClr>
                </a:solidFill>
              </a:rPr>
              <a:t>ADVANTAGES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F032C9-C6D1-EE08-BD5B-1D45F671B4EC}"/>
              </a:ext>
            </a:extLst>
          </p:cNvPr>
          <p:cNvSpPr txBox="1"/>
          <p:nvPr/>
        </p:nvSpPr>
        <p:spPr>
          <a:xfrm>
            <a:off x="996950" y="3274181"/>
            <a:ext cx="160782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1. </a:t>
            </a:r>
            <a:r>
              <a:rPr lang="en-US" sz="2400" b="1" dirty="0">
                <a:solidFill>
                  <a:schemeClr val="bg1"/>
                </a:solidFill>
              </a:rPr>
              <a:t>Improved Physical Health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  <a:highlight>
                  <a:srgbClr val="FFFF00"/>
                </a:highlight>
              </a:rPr>
              <a:t>Regular exercise strengthens the heart, improves lung capacity, enhances muscle tone, and increases flexibility. It also reduces the risk of chronic diseases like heart disease, diabetes, and obesity.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2. </a:t>
            </a:r>
            <a:r>
              <a:rPr lang="en-US" sz="2400" b="1" dirty="0">
                <a:solidFill>
                  <a:schemeClr val="bg1"/>
                </a:solidFill>
              </a:rPr>
              <a:t>Mental Well-being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  <a:highlight>
                  <a:srgbClr val="00FFFF"/>
                </a:highlight>
              </a:rPr>
              <a:t>Physical activity releases endorphins, often referred to as "feel-good" hormones, which help reduce stress, anxiety, and depression. Exercise can also improve sleep patterns and boost self-esteem.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3. </a:t>
            </a:r>
            <a:r>
              <a:rPr lang="en-US" sz="2400" b="1" dirty="0">
                <a:solidFill>
                  <a:schemeClr val="bg1"/>
                </a:solidFill>
              </a:rPr>
              <a:t>Increased Energy Levels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  <a:highlight>
                  <a:srgbClr val="00FF00"/>
                </a:highlight>
              </a:rPr>
              <a:t>Regular exercise enhances cardiovascular health, leading to more efficient oxygen and nutrient delivery to tissues, resulting in higher energy levels throughout the day.</a:t>
            </a:r>
          </a:p>
          <a:p>
            <a:endParaRPr lang="en-US" sz="2400" dirty="0">
              <a:solidFill>
                <a:schemeClr val="bg1"/>
              </a:solidFill>
              <a:highlight>
                <a:srgbClr val="80800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4. </a:t>
            </a:r>
            <a:r>
              <a:rPr lang="en-US" sz="2400" b="1" dirty="0">
                <a:solidFill>
                  <a:schemeClr val="bg1"/>
                </a:solidFill>
              </a:rPr>
              <a:t>Better Weight Management 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  <a:highlight>
                  <a:srgbClr val="FFFF00"/>
                </a:highlight>
              </a:rPr>
              <a:t>Fitness routines help in burning calories, building muscle mass, and boosting metabolism, all of which contribute to effective weight management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5. </a:t>
            </a:r>
            <a:r>
              <a:rPr lang="en-US" sz="2400" b="1" dirty="0">
                <a:solidFill>
                  <a:schemeClr val="bg1"/>
                </a:solidFill>
              </a:rPr>
              <a:t>Enhanced Cognitive Function</a:t>
            </a:r>
            <a:r>
              <a:rPr lang="en-US" sz="2400" dirty="0">
                <a:solidFill>
                  <a:schemeClr val="bg1"/>
                </a:solidFill>
                <a:highlight>
                  <a:srgbClr val="00FF00"/>
                </a:highlight>
              </a:rPr>
              <a:t>: Exercise has been shown to improve brain function, enhance memory, and even slow down cognitive decline as we age. It also promotes better focus and concentration.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628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4899583" y="875375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42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684" y="0"/>
                </a:lnTo>
                <a:lnTo>
                  <a:pt x="453684" y="453516"/>
                </a:lnTo>
                <a:lnTo>
                  <a:pt x="226842" y="453516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647046" y="875375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15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557" y="0"/>
                </a:lnTo>
                <a:lnTo>
                  <a:pt x="453557" y="453516"/>
                </a:lnTo>
                <a:lnTo>
                  <a:pt x="226715" y="453516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393619" y="875375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42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557" y="0"/>
                </a:lnTo>
                <a:lnTo>
                  <a:pt x="453557" y="453516"/>
                </a:lnTo>
                <a:lnTo>
                  <a:pt x="226842" y="453516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3872" y="4197096"/>
            <a:ext cx="3910584" cy="18318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43297" y="4258576"/>
            <a:ext cx="3594417" cy="30280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56718" y="4620526"/>
            <a:ext cx="2319147" cy="30280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29383" y="4982476"/>
            <a:ext cx="1445628" cy="23798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026366" y="4979429"/>
            <a:ext cx="2471445" cy="30614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481810" y="4176287"/>
            <a:ext cx="1569085" cy="1115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42010">
              <a:lnSpc>
                <a:spcPts val="2865"/>
              </a:lnSpc>
              <a:spcBef>
                <a:spcPts val="95"/>
              </a:spcBef>
            </a:pP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endParaRPr sz="2400">
              <a:latin typeface="Trebuchet MS"/>
              <a:cs typeface="Trebuchet MS"/>
            </a:endParaRPr>
          </a:p>
          <a:p>
            <a:pPr marL="1203960">
              <a:lnSpc>
                <a:spcPts val="2850"/>
              </a:lnSpc>
            </a:pPr>
            <a:r>
              <a:rPr sz="2400" spc="-40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865"/>
              </a:lnSpc>
            </a:pPr>
            <a:r>
              <a:rPr sz="2400" spc="-35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ultimately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79360" y="4176287"/>
            <a:ext cx="6615430" cy="148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95"/>
              </a:spcBef>
            </a:pPr>
            <a:r>
              <a:rPr sz="2400" spc="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rebuchet MS"/>
                <a:cs typeface="Trebuchet MS"/>
              </a:rPr>
              <a:t>comprehensive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Trebuchet MS"/>
                <a:cs typeface="Trebuchet MS"/>
              </a:rPr>
              <a:t>UI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allows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endParaRPr sz="2400" dirty="0">
              <a:latin typeface="Trebuchet MS"/>
              <a:cs typeface="Trebuchet MS"/>
            </a:endParaRPr>
          </a:p>
          <a:p>
            <a:pPr marL="12700" marR="612775" indent="-635">
              <a:lnSpc>
                <a:spcPts val="2850"/>
              </a:lnSpc>
              <a:spcBef>
                <a:spcPts val="105"/>
              </a:spcBef>
              <a:tabLst>
                <a:tab pos="2903855" algn="l"/>
              </a:tabLst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various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health</a:t>
            </a: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sources.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Trebuchet MS"/>
                <a:cs typeface="Trebuchet MS"/>
              </a:rPr>
              <a:t>leads</a:t>
            </a: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 better </a:t>
            </a:r>
            <a:r>
              <a:rPr sz="2400" spc="35" dirty="0">
                <a:solidFill>
                  <a:srgbClr val="FFFFFF"/>
                </a:solidFill>
                <a:latin typeface="Trebuchet MS"/>
                <a:cs typeface="Trebuchet MS"/>
              </a:rPr>
              <a:t>improved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35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Trebuchet MS"/>
                <a:cs typeface="Trebuchet MS"/>
              </a:rPr>
              <a:t>more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ts val="2835"/>
              </a:lnSpc>
            </a:pPr>
            <a:r>
              <a:rPr sz="2400" spc="70" dirty="0">
                <a:solidFill>
                  <a:srgbClr val="FFFFFF"/>
                </a:solidFill>
                <a:latin typeface="Trebuchet MS"/>
                <a:cs typeface="Trebuchet MS"/>
              </a:rPr>
              <a:t>enhancing</a:t>
            </a:r>
            <a:r>
              <a:rPr sz="24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Trebuchet MS"/>
                <a:cs typeface="Trebuchet MS"/>
              </a:rPr>
              <a:t>user's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overall</a:t>
            </a:r>
            <a:r>
              <a:rPr sz="2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health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experience.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1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D2D62C-4278-C7D8-9C93-98D1FEDD0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53341"/>
            <a:ext cx="18288000" cy="1023365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9840" y="679915"/>
            <a:ext cx="14116881" cy="172547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100" spc="-120" dirty="0">
                <a:solidFill>
                  <a:schemeClr val="bg1"/>
                </a:solidFill>
              </a:rPr>
              <a:t>Us</a:t>
            </a:r>
            <a:r>
              <a:rPr sz="11100" spc="-125" dirty="0">
                <a:solidFill>
                  <a:schemeClr val="bg1"/>
                </a:solidFill>
              </a:rPr>
              <a:t>e</a:t>
            </a:r>
            <a:r>
              <a:rPr sz="11100" spc="-630" dirty="0">
                <a:solidFill>
                  <a:schemeClr val="bg1"/>
                </a:solidFill>
              </a:rPr>
              <a:t>r</a:t>
            </a:r>
            <a:r>
              <a:rPr sz="11100" spc="-120" dirty="0">
                <a:solidFill>
                  <a:schemeClr val="bg1"/>
                </a:solidFill>
              </a:rPr>
              <a:t>-</a:t>
            </a:r>
            <a:r>
              <a:rPr sz="11100" spc="-204" dirty="0">
                <a:solidFill>
                  <a:schemeClr val="bg1"/>
                </a:solidFill>
              </a:rPr>
              <a:t>Centric</a:t>
            </a:r>
            <a:r>
              <a:rPr sz="11100" spc="-710" dirty="0">
                <a:solidFill>
                  <a:schemeClr val="bg1"/>
                </a:solidFill>
              </a:rPr>
              <a:t> </a:t>
            </a:r>
            <a:r>
              <a:rPr sz="11100" spc="-325" dirty="0">
                <a:solidFill>
                  <a:schemeClr val="bg1"/>
                </a:solidFill>
              </a:rPr>
              <a:t>Design</a:t>
            </a:r>
            <a:endParaRPr sz="11100" dirty="0">
              <a:solidFill>
                <a:schemeClr val="bg1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idx="1"/>
          </p:nvPr>
        </p:nvSpPr>
        <p:spPr>
          <a:xfrm>
            <a:off x="1657590" y="3681233"/>
            <a:ext cx="13429131" cy="266496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5320"/>
              </a:lnSpc>
              <a:spcBef>
                <a:spcPts val="240"/>
              </a:spcBef>
              <a:tabLst>
                <a:tab pos="8627745" algn="l"/>
                <a:tab pos="12203430" algn="l"/>
                <a:tab pos="12931140" algn="l"/>
              </a:tabLst>
            </a:pPr>
            <a:r>
              <a:rPr spc="14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The</a:t>
            </a:r>
            <a:r>
              <a:rPr spc="-19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18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design</a:t>
            </a:r>
            <a:r>
              <a:rPr spc="-19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15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emphasizes</a:t>
            </a:r>
            <a:r>
              <a:rPr lang="en-US" spc="15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 </a:t>
            </a:r>
            <a:r>
              <a:rPr spc="14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and</a:t>
            </a:r>
            <a:r>
              <a:rPr lang="en-US" spc="14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  user  feedback ,</a:t>
            </a:r>
            <a:r>
              <a:rPr spc="-69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, </a:t>
            </a:r>
            <a:r>
              <a:rPr spc="12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ensuring</a:t>
            </a:r>
            <a:r>
              <a:rPr spc="-20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-8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that</a:t>
            </a:r>
            <a:r>
              <a:rPr spc="-20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18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users</a:t>
            </a:r>
            <a:r>
              <a:rPr spc="-20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of</a:t>
            </a:r>
            <a:r>
              <a:rPr spc="-30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-5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all</a:t>
            </a:r>
            <a:r>
              <a:rPr spc="-33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26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ages</a:t>
            </a:r>
            <a:r>
              <a:rPr spc="-20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16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can</a:t>
            </a:r>
            <a:r>
              <a:rPr spc="-20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5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navigate</a:t>
            </a:r>
            <a:r>
              <a:rPr spc="-20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-2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the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platform</a:t>
            </a:r>
            <a:r>
              <a:rPr spc="-14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-8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eﬀortlessly.</a:t>
            </a:r>
            <a:r>
              <a:rPr spc="-28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36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A</a:t>
            </a:r>
            <a:r>
              <a:rPr spc="-28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16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focus</a:t>
            </a:r>
            <a:r>
              <a:rPr spc="-14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16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on</a:t>
            </a:r>
            <a:r>
              <a:rPr lang="en-US" spc="16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usability accessibility </a:t>
            </a:r>
            <a:r>
              <a:rPr spc="6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drives </a:t>
            </a:r>
            <a:r>
              <a:rPr spc="10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continuous</a:t>
            </a:r>
            <a:r>
              <a:rPr spc="-17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8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improvement</a:t>
            </a:r>
            <a:r>
              <a:rPr spc="-17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16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and</a:t>
            </a:r>
            <a:r>
              <a:rPr spc="-17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adaptation</a:t>
            </a:r>
            <a:r>
              <a:rPr spc="-17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to</a:t>
            </a:r>
            <a:r>
              <a:rPr spc="-17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7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meet </a:t>
            </a:r>
            <a:r>
              <a:rPr spc="85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diverse</a:t>
            </a:r>
            <a:r>
              <a:rPr spc="-32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14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wellness</a:t>
            </a:r>
            <a:r>
              <a:rPr spc="-19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r>
              <a:rPr spc="-10" dirty="0">
                <a:solidFill>
                  <a:schemeClr val="accent1">
                    <a:lumMod val="50000"/>
                  </a:schemeClr>
                </a:solidFill>
                <a:highlight>
                  <a:srgbClr val="00FF00"/>
                </a:highlight>
              </a:rPr>
              <a:t>needs</a:t>
            </a:r>
            <a:r>
              <a:rPr spc="-10" dirty="0">
                <a:solidFill>
                  <a:schemeClr val="accent1">
                    <a:lumMod val="50000"/>
                  </a:schemeClr>
                </a:solidFill>
                <a:highlight>
                  <a:srgbClr val="008000"/>
                </a:highlight>
              </a:rPr>
              <a:t>.</a:t>
            </a:r>
          </a:p>
        </p:txBody>
      </p:sp>
      <p:sp>
        <p:nvSpPr>
          <p:cNvPr id="8" name="object 8"/>
          <p:cNvSpPr/>
          <p:nvPr/>
        </p:nvSpPr>
        <p:spPr>
          <a:xfrm>
            <a:off x="1622856" y="9204807"/>
            <a:ext cx="7738109" cy="20320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43" y="1447"/>
                </a:moveTo>
                <a:lnTo>
                  <a:pt x="0" y="0"/>
                </a:lnTo>
                <a:lnTo>
                  <a:pt x="0" y="18719"/>
                </a:lnTo>
                <a:lnTo>
                  <a:pt x="7737843" y="20154"/>
                </a:lnTo>
                <a:lnTo>
                  <a:pt x="7737843" y="1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57034" y="496627"/>
            <a:ext cx="17374235" cy="9294495"/>
            <a:chOff x="457034" y="496627"/>
            <a:chExt cx="17374235" cy="9294495"/>
          </a:xfrm>
        </p:grpSpPr>
        <p:sp>
          <p:nvSpPr>
            <p:cNvPr id="4" name="object 4"/>
            <p:cNvSpPr/>
            <p:nvPr/>
          </p:nvSpPr>
          <p:spPr>
            <a:xfrm>
              <a:off x="466559" y="506152"/>
              <a:ext cx="17355185" cy="9275445"/>
            </a:xfrm>
            <a:custGeom>
              <a:avLst/>
              <a:gdLst/>
              <a:ahLst/>
              <a:cxnLst/>
              <a:rect l="l" t="t" r="r" b="b"/>
              <a:pathLst>
                <a:path w="17355185" h="9275445">
                  <a:moveTo>
                    <a:pt x="8677427" y="9275008"/>
                  </a:moveTo>
                  <a:lnTo>
                    <a:pt x="0" y="9275008"/>
                  </a:lnTo>
                  <a:lnTo>
                    <a:pt x="0" y="0"/>
                  </a:lnTo>
                  <a:lnTo>
                    <a:pt x="17354842" y="0"/>
                  </a:lnTo>
                  <a:lnTo>
                    <a:pt x="17354842" y="9275008"/>
                  </a:lnTo>
                  <a:lnTo>
                    <a:pt x="8677427" y="9275008"/>
                  </a:lnTo>
                  <a:close/>
                </a:path>
              </a:pathLst>
            </a:custGeom>
            <a:ln w="1871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76257" y="8753758"/>
              <a:ext cx="1948180" cy="454025"/>
            </a:xfrm>
            <a:custGeom>
              <a:avLst/>
              <a:gdLst/>
              <a:ahLst/>
              <a:cxnLst/>
              <a:rect l="l" t="t" r="r" b="b"/>
              <a:pathLst>
                <a:path w="1948180" h="454025">
                  <a:moveTo>
                    <a:pt x="226842" y="453516"/>
                  </a:moveTo>
                  <a:lnTo>
                    <a:pt x="0" y="453516"/>
                  </a:lnTo>
                  <a:lnTo>
                    <a:pt x="0" y="0"/>
                  </a:lnTo>
                  <a:lnTo>
                    <a:pt x="453557" y="0"/>
                  </a:lnTo>
                  <a:lnTo>
                    <a:pt x="453557" y="453516"/>
                  </a:lnTo>
                  <a:lnTo>
                    <a:pt x="226842" y="453516"/>
                  </a:lnTo>
                  <a:close/>
                </a:path>
                <a:path w="1948180" h="454025">
                  <a:moveTo>
                    <a:pt x="973415" y="453516"/>
                  </a:moveTo>
                  <a:lnTo>
                    <a:pt x="746700" y="453516"/>
                  </a:lnTo>
                  <a:lnTo>
                    <a:pt x="746700" y="0"/>
                  </a:lnTo>
                  <a:lnTo>
                    <a:pt x="1200258" y="0"/>
                  </a:lnTo>
                  <a:lnTo>
                    <a:pt x="1200258" y="453516"/>
                  </a:lnTo>
                  <a:lnTo>
                    <a:pt x="973415" y="453516"/>
                  </a:lnTo>
                  <a:close/>
                </a:path>
                <a:path w="1948180" h="454025">
                  <a:moveTo>
                    <a:pt x="1720877" y="453516"/>
                  </a:moveTo>
                  <a:lnTo>
                    <a:pt x="1494035" y="453516"/>
                  </a:lnTo>
                  <a:lnTo>
                    <a:pt x="1494035" y="0"/>
                  </a:lnTo>
                  <a:lnTo>
                    <a:pt x="1947593" y="0"/>
                  </a:lnTo>
                  <a:lnTo>
                    <a:pt x="1947593" y="453516"/>
                  </a:lnTo>
                  <a:lnTo>
                    <a:pt x="1720877" y="453516"/>
                  </a:lnTo>
                  <a:close/>
                </a:path>
              </a:pathLst>
            </a:custGeom>
            <a:ln w="1871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2">
            <a:extLst>
              <a:ext uri="{FF2B5EF4-FFF2-40B4-BE49-F238E27FC236}">
                <a16:creationId xmlns:a16="http://schemas.microsoft.com/office/drawing/2014/main" id="{9B2724FD-A758-1943-E1A8-3236285DB2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6" rIns="0" bIns="0" rtlCol="0">
            <a:spAutoFit/>
          </a:bodyPr>
          <a:lstStyle/>
          <a:p>
            <a:pPr marL="4440555">
              <a:lnSpc>
                <a:spcPct val="100000"/>
              </a:lnSpc>
              <a:spcBef>
                <a:spcPts val="135"/>
              </a:spcBef>
            </a:pPr>
            <a:r>
              <a:rPr spc="-265" dirty="0"/>
              <a:t>Real-</a:t>
            </a:r>
            <a:r>
              <a:rPr spc="-270" dirty="0"/>
              <a:t>World</a:t>
            </a:r>
            <a:r>
              <a:rPr spc="-455" dirty="0"/>
              <a:t> </a:t>
            </a:r>
            <a:r>
              <a:rPr spc="-100" dirty="0"/>
              <a:t>Applications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083109" y="5477802"/>
            <a:ext cx="9641840" cy="923925"/>
            <a:chOff x="6083109" y="5477802"/>
            <a:chExt cx="9641840" cy="9239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2426" y="5477802"/>
              <a:ext cx="3622827" cy="32871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51789" y="5491670"/>
              <a:ext cx="1883156" cy="40018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3109" y="5982627"/>
              <a:ext cx="3175711" cy="41826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18547" y="5982627"/>
              <a:ext cx="5406085" cy="4186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5710027" y="5873813"/>
            <a:ext cx="105410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645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38875" y="4864163"/>
            <a:ext cx="9093200" cy="2549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51510">
              <a:lnSpc>
                <a:spcPct val="100400"/>
              </a:lnSpc>
              <a:spcBef>
                <a:spcPts val="95"/>
              </a:spcBef>
              <a:tabLst>
                <a:tab pos="7294245" algn="l"/>
              </a:tabLst>
            </a:pPr>
            <a:r>
              <a:rPr sz="3300" dirty="0">
                <a:solidFill>
                  <a:srgbClr val="FFFFFF"/>
                </a:solidFill>
                <a:latin typeface="Trebuchet MS"/>
                <a:cs typeface="Trebuchet MS"/>
              </a:rPr>
              <a:t>Integrating</a:t>
            </a:r>
            <a:r>
              <a:rPr sz="33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dirty="0">
                <a:solidFill>
                  <a:srgbClr val="FFFFFF"/>
                </a:solidFill>
                <a:latin typeface="Trebuchet MS"/>
                <a:cs typeface="Trebuchet MS"/>
              </a:rPr>
              <a:t>Health</a:t>
            </a:r>
            <a:r>
              <a:rPr sz="33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114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33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170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33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70" dirty="0">
                <a:solidFill>
                  <a:srgbClr val="FFFFFF"/>
                </a:solidFill>
                <a:latin typeface="Trebuchet MS"/>
                <a:cs typeface="Trebuchet MS"/>
              </a:rPr>
              <a:t>applied</a:t>
            </a:r>
            <a:r>
              <a:rPr sz="33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-5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33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45" dirty="0">
                <a:solidFill>
                  <a:srgbClr val="FFFFFF"/>
                </a:solidFill>
                <a:latin typeface="Trebuchet MS"/>
                <a:cs typeface="Trebuchet MS"/>
              </a:rPr>
              <a:t>various </a:t>
            </a:r>
            <a:r>
              <a:rPr sz="3300" dirty="0">
                <a:solidFill>
                  <a:srgbClr val="FFFFFF"/>
                </a:solidFill>
                <a:latin typeface="Trebuchet MS"/>
                <a:cs typeface="Trebuchet MS"/>
              </a:rPr>
              <a:t>settings,</a:t>
            </a:r>
            <a:r>
              <a:rPr sz="33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60" dirty="0">
                <a:solidFill>
                  <a:srgbClr val="FFFFFF"/>
                </a:solidFill>
                <a:latin typeface="Trebuchet MS"/>
                <a:cs typeface="Trebuchet MS"/>
              </a:rPr>
              <a:t>including</a:t>
            </a:r>
            <a:r>
              <a:rPr sz="33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3300" spc="-52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endParaRPr sz="3300" dirty="0">
              <a:latin typeface="Trebuchet MS"/>
              <a:cs typeface="Trebuchet MS"/>
            </a:endParaRPr>
          </a:p>
          <a:p>
            <a:pPr marL="3217545">
              <a:lnSpc>
                <a:spcPct val="100000"/>
              </a:lnSpc>
              <a:spcBef>
                <a:spcPts val="15"/>
              </a:spcBef>
            </a:pPr>
            <a:r>
              <a:rPr sz="3300" spc="-47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33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1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endParaRPr sz="3300" dirty="0">
              <a:latin typeface="Trebuchet MS"/>
              <a:cs typeface="Trebuchet MS"/>
            </a:endParaRPr>
          </a:p>
          <a:p>
            <a:pPr marL="12700" marR="5080">
              <a:lnSpc>
                <a:spcPct val="100400"/>
              </a:lnSpc>
            </a:pPr>
            <a:r>
              <a:rPr sz="3300" spc="60" dirty="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sz="33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Trebuchet MS"/>
                <a:cs typeface="Trebuchet MS"/>
              </a:rPr>
              <a:t>adaptability</a:t>
            </a:r>
            <a:r>
              <a:rPr sz="33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135" dirty="0">
                <a:solidFill>
                  <a:srgbClr val="FFFFFF"/>
                </a:solidFill>
                <a:latin typeface="Trebuchet MS"/>
                <a:cs typeface="Trebuchet MS"/>
              </a:rPr>
              <a:t>enhances</a:t>
            </a:r>
            <a:r>
              <a:rPr sz="33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-45" dirty="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sz="33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dirty="0">
                <a:solidFill>
                  <a:srgbClr val="FFFFFF"/>
                </a:solidFill>
                <a:latin typeface="Trebuchet MS"/>
                <a:cs typeface="Trebuchet MS"/>
              </a:rPr>
              <a:t>impact</a:t>
            </a:r>
            <a:r>
              <a:rPr sz="33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155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33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60" dirty="0">
                <a:solidFill>
                  <a:srgbClr val="FFFFFF"/>
                </a:solidFill>
                <a:latin typeface="Trebuchet MS"/>
                <a:cs typeface="Trebuchet MS"/>
              </a:rPr>
              <a:t>public </a:t>
            </a:r>
            <a:r>
              <a:rPr sz="3300" dirty="0">
                <a:solidFill>
                  <a:srgbClr val="FFFFFF"/>
                </a:solidFill>
                <a:latin typeface="Trebuchet MS"/>
                <a:cs typeface="Trebuchet MS"/>
              </a:rPr>
              <a:t>health</a:t>
            </a:r>
            <a:r>
              <a:rPr sz="33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12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3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90" dirty="0">
                <a:solidFill>
                  <a:srgbClr val="FFFFFF"/>
                </a:solidFill>
                <a:latin typeface="Trebuchet MS"/>
                <a:cs typeface="Trebuchet MS"/>
              </a:rPr>
              <a:t>personal</a:t>
            </a:r>
            <a:r>
              <a:rPr sz="33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Trebuchet MS"/>
                <a:cs typeface="Trebuchet MS"/>
              </a:rPr>
              <a:t>accountability.</a:t>
            </a:r>
            <a:endParaRPr sz="3300" dirty="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1E92-5E65-20D9-BC22-05065A6B3F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0C501-1483-197B-02CA-4A7805F027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FCF25613-4CAE-2315-D54D-79C679F915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F0DCA2-088E-6604-6FFF-967D11A5A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90" y="-6148"/>
            <a:ext cx="18288000" cy="102742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B8B6BF-2EEC-061F-2C84-D89E85729A78}"/>
              </a:ext>
            </a:extLst>
          </p:cNvPr>
          <p:cNvSpPr txBox="1"/>
          <p:nvPr/>
        </p:nvSpPr>
        <p:spPr>
          <a:xfrm>
            <a:off x="400627" y="1225701"/>
            <a:ext cx="876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lumMod val="95000"/>
                  </a:schemeClr>
                </a:solidFill>
              </a:rPr>
              <a:t>SOFTWARE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4F6D3-06D7-582A-BC97-15CEF7DF3EB8}"/>
              </a:ext>
            </a:extLst>
          </p:cNvPr>
          <p:cNvSpPr txBox="1"/>
          <p:nvPr/>
        </p:nvSpPr>
        <p:spPr>
          <a:xfrm>
            <a:off x="400627" y="2696045"/>
            <a:ext cx="892867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Java Development Kit (JDK): </a:t>
            </a:r>
            <a:r>
              <a:rPr lang="en-US" sz="2800" dirty="0">
                <a:solidFill>
                  <a:srgbClr val="FFFF00"/>
                </a:solidFill>
              </a:rPr>
              <a:t>Required for Java programming.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Integrated Development Environment (IDE): </a:t>
            </a:r>
            <a:r>
              <a:rPr lang="en-US" sz="2800" dirty="0">
                <a:solidFill>
                  <a:srgbClr val="FFFF00"/>
                </a:solidFill>
              </a:rPr>
              <a:t>Recommended IDEs include Eclipse, IntelliJ IDEA, or NetBeans.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Database Management System</a:t>
            </a:r>
            <a:r>
              <a:rPr lang="en-US" sz="2800" b="1" dirty="0">
                <a:solidFill>
                  <a:schemeClr val="accent3"/>
                </a:solidFill>
              </a:rPr>
              <a:t>:</a:t>
            </a:r>
            <a:r>
              <a:rPr lang="en-US" sz="2800" dirty="0">
                <a:solidFill>
                  <a:schemeClr val="accent3"/>
                </a:solidFill>
              </a:rPr>
              <a:t> </a:t>
            </a:r>
            <a:r>
              <a:rPr lang="en-US" sz="2800" dirty="0">
                <a:solidFill>
                  <a:srgbClr val="FFFF00"/>
                </a:solidFill>
              </a:rPr>
              <a:t>MySQL, PostgreSQL, or other relational databases for data storage.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Web Server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  <a:r>
              <a:rPr lang="en-US" sz="2800" dirty="0">
                <a:solidFill>
                  <a:srgbClr val="FFFF00"/>
                </a:solidFill>
              </a:rPr>
              <a:t>Apache Tomcat or any other Java web server for hosting the application.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Version Control: </a:t>
            </a:r>
            <a:r>
              <a:rPr lang="en-US" sz="2800" dirty="0">
                <a:solidFill>
                  <a:srgbClr val="FFFF00"/>
                </a:solidFill>
              </a:rPr>
              <a:t>Git for managing source code versions.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Text Editor: </a:t>
            </a:r>
            <a:r>
              <a:rPr lang="en-US" sz="2800" dirty="0">
                <a:solidFill>
                  <a:srgbClr val="FFFF00"/>
                </a:solidFill>
              </a:rPr>
              <a:t>A text editor for editing configuration files and code.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Web Browser: </a:t>
            </a:r>
            <a:r>
              <a:rPr lang="en-US" sz="2800" dirty="0">
                <a:solidFill>
                  <a:srgbClr val="FFFF00"/>
                </a:solidFill>
              </a:rPr>
              <a:t>For testing the web-based components.</a:t>
            </a:r>
          </a:p>
        </p:txBody>
      </p:sp>
    </p:spTree>
    <p:extLst>
      <p:ext uri="{BB962C8B-B14F-4D97-AF65-F5344CB8AC3E}">
        <p14:creationId xmlns:p14="http://schemas.microsoft.com/office/powerpoint/2010/main" val="2419406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FA66-9018-41CA-2008-741853326C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5347B7-E207-42F2-E13D-DA5E01513A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54612F92-7A3B-7554-82A4-F0517BB45E2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9F23D0-7EC2-F24D-258D-0157C96C43B6}"/>
              </a:ext>
            </a:extLst>
          </p:cNvPr>
          <p:cNvSpPr txBox="1"/>
          <p:nvPr/>
        </p:nvSpPr>
        <p:spPr>
          <a:xfrm>
            <a:off x="2444750" y="730250"/>
            <a:ext cx="13247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HARDWARE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8EE49-BF61-6E94-FD94-F399CB515187}"/>
              </a:ext>
            </a:extLst>
          </p:cNvPr>
          <p:cNvSpPr txBox="1"/>
          <p:nvPr/>
        </p:nvSpPr>
        <p:spPr>
          <a:xfrm>
            <a:off x="3968750" y="2863850"/>
            <a:ext cx="102108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Computer: </a:t>
            </a:r>
            <a:r>
              <a:rPr lang="en-US" sz="2800" dirty="0"/>
              <a:t>Any modern computer with sufficient processing power</a:t>
            </a:r>
          </a:p>
          <a:p>
            <a:r>
              <a:rPr lang="en-US" sz="2800" dirty="0"/>
              <a:t> </a:t>
            </a:r>
            <a:r>
              <a:rPr lang="en-US" sz="2800" b="1" dirty="0"/>
              <a:t>Memory (RAM): </a:t>
            </a:r>
            <a:r>
              <a:rPr lang="en-US" sz="2800" dirty="0"/>
              <a:t>Minimum of 4GB RAM for smooth operation. </a:t>
            </a:r>
          </a:p>
          <a:p>
            <a:r>
              <a:rPr lang="en-US" sz="2800" b="1" dirty="0"/>
              <a:t>Processor: </a:t>
            </a:r>
            <a:r>
              <a:rPr lang="en-US" sz="2800" dirty="0"/>
              <a:t>Multi-core processor for efficient compilation and execution. </a:t>
            </a:r>
          </a:p>
          <a:p>
            <a:r>
              <a:rPr lang="en-US" sz="2800" b="1" dirty="0"/>
              <a:t>Storage: </a:t>
            </a:r>
            <a:r>
              <a:rPr lang="en-US" sz="2800" dirty="0"/>
              <a:t>Adequate disk space for the development environment and database storage. </a:t>
            </a:r>
          </a:p>
          <a:p>
            <a:r>
              <a:rPr lang="en-US" sz="2800" dirty="0"/>
              <a:t>Network Connectivity: Internet access for software downloads and testing online features. </a:t>
            </a:r>
          </a:p>
          <a:p>
            <a:r>
              <a:rPr lang="en-US" sz="2800" b="1" dirty="0"/>
              <a:t>Display: </a:t>
            </a:r>
            <a:r>
              <a:rPr lang="en-US" sz="2800" dirty="0"/>
              <a:t>A monitor with appropriate resolution for comfortable coding. </a:t>
            </a:r>
          </a:p>
        </p:txBody>
      </p:sp>
    </p:spTree>
    <p:extLst>
      <p:ext uri="{BB962C8B-B14F-4D97-AF65-F5344CB8AC3E}">
        <p14:creationId xmlns:p14="http://schemas.microsoft.com/office/powerpoint/2010/main" val="417229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468EE47-829C-D9DF-AB53-33964DDE205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1270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1A46F1-D54D-193D-BC2C-FB69A4FEFE4E}"/>
              </a:ext>
            </a:extLst>
          </p:cNvPr>
          <p:cNvSpPr txBox="1"/>
          <p:nvPr/>
        </p:nvSpPr>
        <p:spPr>
          <a:xfrm>
            <a:off x="387350" y="425450"/>
            <a:ext cx="769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VARIOUS MODULES IN THIS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64E21-36B4-2815-E771-5A6529A126E8}"/>
              </a:ext>
            </a:extLst>
          </p:cNvPr>
          <p:cNvSpPr txBox="1"/>
          <p:nvPr/>
        </p:nvSpPr>
        <p:spPr>
          <a:xfrm>
            <a:off x="768350" y="3016250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ritannic Bold" panose="020B0903060703020204" pitchFamily="34" charset="77"/>
              </a:rPr>
              <a:t>USER AUTHENTICATION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E5E099-A938-404E-9A96-C0C84F044410}"/>
              </a:ext>
            </a:extLst>
          </p:cNvPr>
          <p:cNvSpPr txBox="1"/>
          <p:nvPr/>
        </p:nvSpPr>
        <p:spPr>
          <a:xfrm>
            <a:off x="768350" y="431165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ritannic Bold" panose="020B0903060703020204" pitchFamily="34" charset="77"/>
              </a:rPr>
              <a:t>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8D578-6C51-71B7-EB61-84EFA6D57118}"/>
              </a:ext>
            </a:extLst>
          </p:cNvPr>
          <p:cNvSpPr txBox="1"/>
          <p:nvPr/>
        </p:nvSpPr>
        <p:spPr>
          <a:xfrm>
            <a:off x="768350" y="5378450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ritannic Bold" panose="020B0903060703020204" pitchFamily="34" charset="77"/>
              </a:rPr>
              <a:t>SLEEP SCHEDULER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29EDA8-3716-4D85-D9EB-A70BC841BF90}"/>
              </a:ext>
            </a:extLst>
          </p:cNvPr>
          <p:cNvSpPr txBox="1"/>
          <p:nvPr/>
        </p:nvSpPr>
        <p:spPr>
          <a:xfrm>
            <a:off x="768350" y="6445250"/>
            <a:ext cx="48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ritannic Bold" panose="020B0903060703020204" pitchFamily="34" charset="77"/>
              </a:rPr>
              <a:t>IMMEDIATE DOCTOR  COSTULTATION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C6635-D936-FB15-1234-E0CBCA56E73A}"/>
              </a:ext>
            </a:extLst>
          </p:cNvPr>
          <p:cNvSpPr txBox="1"/>
          <p:nvPr/>
        </p:nvSpPr>
        <p:spPr>
          <a:xfrm>
            <a:off x="768350" y="7969250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ritannic Bold" panose="020B0903060703020204" pitchFamily="34" charset="77"/>
              </a:rPr>
              <a:t>ALERTS AND REMINDERS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C56A1-3516-AE5B-72EC-9C11872E8E11}"/>
              </a:ext>
            </a:extLst>
          </p:cNvPr>
          <p:cNvSpPr txBox="1"/>
          <p:nvPr/>
        </p:nvSpPr>
        <p:spPr>
          <a:xfrm>
            <a:off x="9302750" y="3016250"/>
            <a:ext cx="464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ritannic Bold" panose="020B0903060703020204" pitchFamily="34" charset="77"/>
              </a:rPr>
              <a:t>FOOD DIET MONITOR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FB07D-DF02-0650-1080-6616F795ADE1}"/>
              </a:ext>
            </a:extLst>
          </p:cNvPr>
          <p:cNvSpPr txBox="1"/>
          <p:nvPr/>
        </p:nvSpPr>
        <p:spPr>
          <a:xfrm>
            <a:off x="9302750" y="431165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ritannic Bold" panose="020B0903060703020204" pitchFamily="34" charset="77"/>
              </a:rPr>
              <a:t>CALORIE COUNTER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A0CE17-BD61-0C51-825F-E616114F567B}"/>
              </a:ext>
            </a:extLst>
          </p:cNvPr>
          <p:cNvSpPr txBox="1"/>
          <p:nvPr/>
        </p:nvSpPr>
        <p:spPr>
          <a:xfrm>
            <a:off x="9302750" y="5378450"/>
            <a:ext cx="441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ritannic Bold" panose="020B0903060703020204" pitchFamily="34" charset="77"/>
              </a:rPr>
              <a:t>MONTHLY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DE044A-1676-4D31-9AE2-00CB0510A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673" y="2764853"/>
            <a:ext cx="4077577" cy="22888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0AEBCC-41CD-8E3E-045A-6FC382C59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1350" y="2725410"/>
            <a:ext cx="3505200" cy="23282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6C4C35-4AE9-0F0C-86CA-572479D87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673" y="5433894"/>
            <a:ext cx="23622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66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1304" y="3849624"/>
            <a:ext cx="3681984" cy="18196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25857" y="4630864"/>
            <a:ext cx="2807081" cy="3061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696618" y="4551635"/>
            <a:ext cx="30607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6436" y="3827735"/>
            <a:ext cx="8302625" cy="14865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5"/>
              </a:spcBef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conclusion,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rebuchet MS"/>
                <a:cs typeface="Trebuchet MS"/>
              </a:rPr>
              <a:t>comprehensive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Trebuchet MS"/>
                <a:cs typeface="Trebuchet MS"/>
              </a:rPr>
              <a:t>UI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rebuchet MS"/>
                <a:cs typeface="Trebuchet MS"/>
              </a:rPr>
              <a:t>personal</a:t>
            </a:r>
            <a:r>
              <a:rPr sz="24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rebuchet MS"/>
                <a:cs typeface="Trebuchet MS"/>
              </a:rPr>
              <a:t>wellness </a:t>
            </a:r>
            <a:r>
              <a:rPr sz="2400" spc="85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4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24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Trebuchet MS"/>
                <a:cs typeface="Trebuchet MS"/>
              </a:rPr>
              <a:t>vital</a:t>
            </a:r>
            <a:r>
              <a:rPr sz="24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4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fostering</a:t>
            </a:r>
            <a:r>
              <a:rPr sz="24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healthier</a:t>
            </a:r>
            <a:r>
              <a:rPr sz="24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lifestyles.</a:t>
            </a:r>
            <a:r>
              <a:rPr sz="24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Future </a:t>
            </a:r>
            <a:r>
              <a:rPr sz="2400" spc="70" dirty="0">
                <a:solidFill>
                  <a:srgbClr val="FFFFFF"/>
                </a:solidFill>
                <a:latin typeface="Trebuchet MS"/>
                <a:cs typeface="Trebuchet MS"/>
              </a:rPr>
              <a:t>developments</a:t>
            </a:r>
            <a:r>
              <a:rPr sz="2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will</a:t>
            </a:r>
            <a:r>
              <a:rPr sz="2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Trebuchet MS"/>
                <a:cs typeface="Trebuchet MS"/>
              </a:rPr>
              <a:t>focus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Trebuchet MS"/>
                <a:cs typeface="Trebuchet MS"/>
              </a:rPr>
              <a:t>expanding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835"/>
              </a:lnSpc>
            </a:pPr>
            <a:r>
              <a:rPr sz="2400" spc="45" dirty="0">
                <a:solidFill>
                  <a:srgbClr val="FFFFFF"/>
                </a:solidFill>
                <a:latin typeface="Trebuchet MS"/>
                <a:cs typeface="Trebuchet MS"/>
              </a:rPr>
              <a:t>promote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collaborative</a:t>
            </a:r>
            <a:r>
              <a:rPr sz="2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health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journeys.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25225" y="8237728"/>
            <a:ext cx="8237855" cy="20320"/>
          </a:xfrm>
          <a:custGeom>
            <a:avLst/>
            <a:gdLst/>
            <a:ahLst/>
            <a:cxnLst/>
            <a:rect l="l" t="t" r="r" b="b"/>
            <a:pathLst>
              <a:path w="8237855" h="20320">
                <a:moveTo>
                  <a:pt x="8237499" y="1435"/>
                </a:moveTo>
                <a:lnTo>
                  <a:pt x="0" y="0"/>
                </a:lnTo>
                <a:lnTo>
                  <a:pt x="0" y="18719"/>
                </a:lnTo>
                <a:lnTo>
                  <a:pt x="8237499" y="20154"/>
                </a:lnTo>
                <a:lnTo>
                  <a:pt x="8237499" y="14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70175" y="17799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804" y="453512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17536" y="17799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804" y="453512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664172" y="17799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91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791" y="453512"/>
                </a:lnTo>
                <a:close/>
              </a:path>
            </a:pathLst>
          </a:custGeom>
          <a:ln w="18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169</TotalTime>
  <Words>812</Words>
  <Application>Microsoft Macintosh PowerPoint</Application>
  <PresentationFormat>Custom</PresentationFormat>
  <Paragraphs>87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Britannic Bold</vt:lpstr>
      <vt:lpstr>Calibri</vt:lpstr>
      <vt:lpstr>Century Gothic</vt:lpstr>
      <vt:lpstr>Times New Roman</vt:lpstr>
      <vt:lpstr>Trebuchet MS</vt:lpstr>
      <vt:lpstr>Verdana</vt:lpstr>
      <vt:lpstr>Wingdings 3</vt:lpstr>
      <vt:lpstr>Ion</vt:lpstr>
      <vt:lpstr>PowerPoint Presentation</vt:lpstr>
      <vt:lpstr>PowerPoint Presentation</vt:lpstr>
      <vt:lpstr>PowerPoint Presentation</vt:lpstr>
      <vt:lpstr>Introduction to Personal Wellness</vt:lpstr>
      <vt:lpstr>PowerPoint Presentation</vt:lpstr>
      <vt:lpstr>PowerPoint Presentation</vt:lpstr>
      <vt:lpstr>PowerPoint Presentation</vt:lpstr>
      <vt:lpstr>PowerPoint Presentation</vt:lpstr>
      <vt:lpstr>User-Centric Design</vt:lpstr>
      <vt:lpstr>Real-World Applications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Manish Sarkar</dc:creator>
  <cp:lastModifiedBy>Microsoft Office User</cp:lastModifiedBy>
  <cp:revision>9</cp:revision>
  <dcterms:created xsi:type="dcterms:W3CDTF">2024-08-01T16:38:03Z</dcterms:created>
  <dcterms:modified xsi:type="dcterms:W3CDTF">2024-08-11T18:47:30Z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2024-08-01T00:00:00Z</vt:filetime>
  </property>
  <property fmtid="{D5CDD505-2E9C-101B-9397-08002B2CF9AE}" pid="3" name="Creator">
    <vt:lpwstr>Chromium</vt:lpwstr>
  </property>
  <property fmtid="{D5CDD505-2E9C-101B-9397-08002B2CF9AE}" pid="4" name="LastSaved">
    <vt:filetime>2024-08-01T00:00:00Z</vt:filetime>
  </property>
  <property fmtid="{D5CDD505-2E9C-101B-9397-08002B2CF9AE}" pid="5" name="Producer">
    <vt:lpwstr>GPL Ghostscript 10.02.0</vt:lpwstr>
  </property>
</Properties>
</file>